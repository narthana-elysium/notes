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ounded Rectangle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67392B-189F-42B6-B1E6-48D127B46388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A9942AA-4A79-4B55-B61A-BCF68E3E0D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67392B-189F-42B6-B1E6-48D127B46388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A9942AA-4A79-4B55-B61A-BCF68E3E0D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ed Rectangle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67392B-189F-42B6-B1E6-48D127B46388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A9942AA-4A79-4B55-B61A-BCF68E3E0D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67392B-189F-42B6-B1E6-48D127B46388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A9942AA-4A79-4B55-B61A-BCF68E3E0D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67392B-189F-42B6-B1E6-48D127B46388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A9942AA-4A79-4B55-B61A-BCF68E3E0D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67392B-189F-42B6-B1E6-48D127B46388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A9942AA-4A79-4B55-B61A-BCF68E3E0D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67392B-189F-42B6-B1E6-48D127B46388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A9942AA-4A79-4B55-B61A-BCF68E3E0D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67392B-189F-42B6-B1E6-48D127B46388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A9942AA-4A79-4B55-B61A-BCF68E3E0D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 Single Corner Rectangle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67392B-189F-42B6-B1E6-48D127B46388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A9942AA-4A79-4B55-B61A-BCF68E3E0DD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67392B-189F-42B6-B1E6-48D127B46388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A9942AA-4A79-4B55-B61A-BCF68E3E0D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67392B-189F-42B6-B1E6-48D127B46388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A9942AA-4A79-4B55-B61A-BCF68E3E0D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ounded Rectangle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FB67392B-189F-42B6-B1E6-48D127B46388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EA9942AA-4A79-4B55-B61A-BCF68E3E0DD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Cyber </a:t>
            </a:r>
            <a:r>
              <a:rPr lang="en-US" dirty="0" smtClean="0"/>
              <a:t>Security By Elysium Academy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Protecting the Digital World</a:t>
            </a:r>
            <a:endParaRPr lang="en-US" dirty="0"/>
          </a:p>
        </p:txBody>
      </p:sp>
      <p:pic>
        <p:nvPicPr>
          <p:cNvPr id="35842" name="Picture 2" descr="https://images.openai.com/static-rsc-4/QvYGxdfarZ_QHbccSPf44_XB2zw9EEkBod2UXhnFthO5XmXFY3oRWIfgbR0ASJ7a0G8uzjXoYQ3XdB1YrTLk4LGvaCMvooqXKrmxcxV7ZPgWDYfwABX-GUzCm9y3BERL7ZHU33lMd1T2TasOUyO-2Emq2jhxtCP79WPX7vYM3E_y-mJoqc4c_oqoAFxbamW0?purpose=fullsiz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72066" y="4140376"/>
            <a:ext cx="3500462" cy="207470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Cyber </a:t>
            </a:r>
            <a:r>
              <a:rPr lang="en-US" dirty="0" smtClean="0"/>
              <a:t>Security ?</a:t>
            </a:r>
            <a:endParaRPr lang="en-US" dirty="0"/>
          </a:p>
        </p:txBody>
      </p:sp>
      <p:pic>
        <p:nvPicPr>
          <p:cNvPr id="389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572132" y="2928934"/>
            <a:ext cx="2786082" cy="2194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642910" y="1285860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charset="0"/>
              <a:cs typeface="Arial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 smtClean="0">
                <a:latin typeface="Arial" charset="0"/>
                <a:cs typeface="Arial" charset="0"/>
              </a:rPr>
              <a:t> Protection </a:t>
            </a:r>
            <a:r>
              <a:rPr lang="en-US" dirty="0">
                <a:latin typeface="Arial" charset="0"/>
                <a:cs typeface="Arial" charset="0"/>
              </a:rPr>
              <a:t>of computers, networks, systems, and data from unauthorized access.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 smtClean="0">
                <a:latin typeface="Arial" charset="0"/>
                <a:cs typeface="Arial" charset="0"/>
              </a:rPr>
              <a:t> Prevents </a:t>
            </a:r>
            <a:r>
              <a:rPr lang="en-US" dirty="0">
                <a:latin typeface="Arial" charset="0"/>
                <a:cs typeface="Arial" charset="0"/>
              </a:rPr>
              <a:t>theft, damage, and disruption.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 smtClean="0">
                <a:latin typeface="Arial" charset="0"/>
                <a:cs typeface="Arial" charset="0"/>
              </a:rPr>
              <a:t> Essential </a:t>
            </a:r>
            <a:r>
              <a:rPr lang="en-US" dirty="0">
                <a:latin typeface="Arial" charset="0"/>
                <a:cs typeface="Arial" charset="0"/>
              </a:rPr>
              <a:t>for </a:t>
            </a:r>
            <a:r>
              <a:rPr lang="en-US" dirty="0" smtClean="0">
                <a:latin typeface="Arial" charset="0"/>
                <a:cs typeface="Arial" charset="0"/>
              </a:rPr>
              <a:t>individuals , businesses , </a:t>
            </a:r>
            <a:r>
              <a:rPr lang="en-US" dirty="0">
                <a:latin typeface="Arial" charset="0"/>
                <a:cs typeface="Arial" charset="0"/>
              </a:rPr>
              <a:t>and governments. </a:t>
            </a:r>
            <a:endParaRPr lang="en-US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Cyber Security Matters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3783328" cy="1684202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Protects sensitive information. Prevents financial losses. Maintains customer trust. Ensures business continuity. Supports legal and regulatory compliance.</a:t>
            </a:r>
            <a:endParaRPr lang="en-US" dirty="0"/>
          </a:p>
        </p:txBody>
      </p:sp>
      <p:pic>
        <p:nvPicPr>
          <p:cNvPr id="39938" name="Picture 2" descr="15 Top Bug Bounty Tools to Become Pro Bug Hunter in 202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2357430"/>
            <a:ext cx="4500594" cy="29957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Cyber Security Goals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4140518" cy="146988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CIA Triad</a:t>
            </a:r>
          </a:p>
          <a:p>
            <a:r>
              <a:rPr lang="en-US" dirty="0" smtClean="0"/>
              <a:t>Confidentiality </a:t>
            </a:r>
          </a:p>
          <a:p>
            <a:r>
              <a:rPr lang="en-US" dirty="0" smtClean="0"/>
              <a:t>Integrity </a:t>
            </a:r>
          </a:p>
          <a:p>
            <a:r>
              <a:rPr lang="en-US" dirty="0" smtClean="0"/>
              <a:t>Availability</a:t>
            </a:r>
          </a:p>
          <a:p>
            <a:endParaRPr lang="en-US" dirty="0"/>
          </a:p>
        </p:txBody>
      </p:sp>
      <p:pic>
        <p:nvPicPr>
          <p:cNvPr id="40962" name="Picture 2" descr="Secure Web Gateway vs. Firewall: What Is the Difference? - Palo Alto Network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2143116"/>
            <a:ext cx="4582788" cy="25764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Evolution of Cyber Security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4283394" cy="1541326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Early computer security Internet era challenges Mobile and cloud security AI-driven security solutions</a:t>
            </a:r>
            <a:endParaRPr lang="en-US" dirty="0"/>
          </a:p>
        </p:txBody>
      </p:sp>
      <p:pic>
        <p:nvPicPr>
          <p:cNvPr id="41986" name="Picture 2" descr="Phishing attack and scam email. Man falling victim to phishing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2071678"/>
            <a:ext cx="4857784" cy="324157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Types of Cyber Security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5640716" cy="146988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Network Security Application Security Information Security Cloud Security Mobile Security Identity Security</a:t>
            </a:r>
            <a:endParaRPr lang="en-US" dirty="0"/>
          </a:p>
        </p:txBody>
      </p:sp>
      <p:pic>
        <p:nvPicPr>
          <p:cNvPr id="43010" name="Picture 2" descr="https://images.openai.com/static-rsc-4/Ilal4ofd4y7iG5bUW2kgf2fewmC7ATlY6rqZe8B7gYypV6-vaCWDMnS1GAjs6c7DIgejFsSV0MzRteVoK8-qihYcq4fqjWrcKUqJwU8XYUclqV7W5165JgTm1Y6W6VvXSFAvNv-d-KuxnasPBJZ5I15IzIqgiVS_ONqLK07udy0f-tjAkbsBDQh3HvdC6Ba3?purpose=fullsiz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2214554"/>
            <a:ext cx="5946710" cy="248553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Cyber Security Terms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Malware</a:t>
            </a:r>
          </a:p>
          <a:p>
            <a:r>
              <a:rPr lang="en-US" dirty="0" smtClean="0"/>
              <a:t>Virus</a:t>
            </a:r>
          </a:p>
          <a:p>
            <a:r>
              <a:rPr lang="en-US" dirty="0" smtClean="0"/>
              <a:t>Worm</a:t>
            </a:r>
          </a:p>
          <a:p>
            <a:r>
              <a:rPr lang="en-US" dirty="0" smtClean="0"/>
              <a:t>Trojan Horse</a:t>
            </a:r>
          </a:p>
          <a:p>
            <a:r>
              <a:rPr lang="en-US" dirty="0" smtClean="0"/>
              <a:t>Firewall</a:t>
            </a:r>
          </a:p>
          <a:p>
            <a:r>
              <a:rPr lang="en-US" dirty="0" smtClean="0"/>
              <a:t>Encryption</a:t>
            </a:r>
          </a:p>
          <a:p>
            <a:r>
              <a:rPr lang="en-US" dirty="0" smtClean="0"/>
              <a:t>Authentication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Understanding Cyber Threats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Internal threats</a:t>
            </a:r>
          </a:p>
          <a:p>
            <a:r>
              <a:rPr lang="en-US" dirty="0" smtClean="0"/>
              <a:t>External threats</a:t>
            </a:r>
          </a:p>
          <a:p>
            <a:r>
              <a:rPr lang="en-US" dirty="0" smtClean="0"/>
              <a:t>Human errors</a:t>
            </a:r>
          </a:p>
          <a:p>
            <a:r>
              <a:rPr lang="en-US" dirty="0" smtClean="0"/>
              <a:t>Advanced persistent threats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Malware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Malicious Software</a:t>
            </a:r>
          </a:p>
          <a:p>
            <a:r>
              <a:rPr lang="en-US" dirty="0" smtClean="0"/>
              <a:t>Viruses</a:t>
            </a:r>
          </a:p>
          <a:p>
            <a:r>
              <a:rPr lang="en-US" dirty="0" smtClean="0"/>
              <a:t>Worms</a:t>
            </a:r>
          </a:p>
          <a:p>
            <a:r>
              <a:rPr lang="en-US" dirty="0" smtClean="0"/>
              <a:t>Trojans</a:t>
            </a:r>
          </a:p>
          <a:p>
            <a:r>
              <a:rPr lang="en-US" dirty="0" smtClean="0"/>
              <a:t>Spyware</a:t>
            </a:r>
          </a:p>
          <a:p>
            <a:r>
              <a:rPr lang="en-US" dirty="0" smtClean="0"/>
              <a:t>Adware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Ransomware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Encrypts files</a:t>
            </a:r>
          </a:p>
          <a:p>
            <a:r>
              <a:rPr lang="en-US" dirty="0" smtClean="0"/>
              <a:t>Demands payment</a:t>
            </a:r>
          </a:p>
          <a:p>
            <a:r>
              <a:rPr lang="en-US" dirty="0" smtClean="0"/>
              <a:t>Can halt business operations</a:t>
            </a:r>
          </a:p>
          <a:p>
            <a:r>
              <a:rPr lang="en-US" dirty="0" smtClean="0"/>
              <a:t>Growing global threat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Phishing Attacks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Fake emails</a:t>
            </a:r>
          </a:p>
          <a:p>
            <a:r>
              <a:rPr lang="en-US" dirty="0" smtClean="0"/>
              <a:t>Fraudulent websites</a:t>
            </a:r>
          </a:p>
          <a:p>
            <a:r>
              <a:rPr lang="en-US" dirty="0" smtClean="0"/>
              <a:t>Credential theft</a:t>
            </a:r>
          </a:p>
          <a:p>
            <a:r>
              <a:rPr lang="en-US" dirty="0" smtClean="0"/>
              <a:t>Social engineering techniques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Social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Manipulating people</a:t>
            </a:r>
          </a:p>
          <a:p>
            <a:r>
              <a:rPr lang="en-US" dirty="0" smtClean="0"/>
              <a:t>Impersonation</a:t>
            </a:r>
          </a:p>
          <a:p>
            <a:r>
              <a:rPr lang="en-US" dirty="0" smtClean="0"/>
              <a:t>Baiting</a:t>
            </a:r>
          </a:p>
          <a:p>
            <a:r>
              <a:rPr lang="en-US" dirty="0" err="1" smtClean="0"/>
              <a:t>Pretexting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Password Attacks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Brute Force</a:t>
            </a:r>
          </a:p>
          <a:p>
            <a:r>
              <a:rPr lang="en-US" dirty="0" smtClean="0"/>
              <a:t>Dictionary Attacks</a:t>
            </a:r>
          </a:p>
          <a:p>
            <a:r>
              <a:rPr lang="en-US" dirty="0" smtClean="0"/>
              <a:t>Credential Stuffing</a:t>
            </a:r>
          </a:p>
          <a:p>
            <a:r>
              <a:rPr lang="en-US" dirty="0" smtClean="0"/>
              <a:t>Password Spraying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Security Basics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Secure communication</a:t>
            </a:r>
          </a:p>
          <a:p>
            <a:r>
              <a:rPr lang="en-US" dirty="0" smtClean="0"/>
              <a:t>Threat detection</a:t>
            </a:r>
          </a:p>
          <a:p>
            <a:r>
              <a:rPr lang="en-US" dirty="0" smtClean="0"/>
              <a:t>Traffic monitoring</a:t>
            </a:r>
          </a:p>
          <a:p>
            <a:r>
              <a:rPr lang="en-US" dirty="0" smtClean="0"/>
              <a:t>Access control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Firewalls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First Line of Defense</a:t>
            </a:r>
          </a:p>
          <a:p>
            <a:r>
              <a:rPr lang="en-US" dirty="0" smtClean="0"/>
              <a:t>Monitors network traffic</a:t>
            </a:r>
          </a:p>
          <a:p>
            <a:r>
              <a:rPr lang="en-US" dirty="0" smtClean="0"/>
              <a:t>Blocks unauthorized access</a:t>
            </a:r>
          </a:p>
          <a:p>
            <a:r>
              <a:rPr lang="en-US" dirty="0" smtClean="0"/>
              <a:t>Filters malicious activities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Attacks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Denial of Service (</a:t>
            </a:r>
            <a:r>
              <a:rPr lang="en-US" dirty="0" err="1" smtClean="0"/>
              <a:t>DoS</a:t>
            </a:r>
            <a:r>
              <a:rPr lang="en-US" dirty="0" smtClean="0"/>
              <a:t>)</a:t>
            </a:r>
          </a:p>
          <a:p>
            <a:r>
              <a:rPr lang="en-US" dirty="0" smtClean="0"/>
              <a:t>Distributed </a:t>
            </a:r>
            <a:r>
              <a:rPr lang="en-US" dirty="0" err="1" smtClean="0"/>
              <a:t>DoS</a:t>
            </a:r>
            <a:endParaRPr lang="en-US" dirty="0" smtClean="0"/>
          </a:p>
          <a:p>
            <a:r>
              <a:rPr lang="en-US" dirty="0" smtClean="0"/>
              <a:t>Man-in-the-Middle</a:t>
            </a:r>
          </a:p>
          <a:p>
            <a:r>
              <a:rPr lang="en-US" dirty="0" smtClean="0"/>
              <a:t>Packet Sniffing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Wi-Fi Security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Secure Wi-Fi configuration</a:t>
            </a:r>
          </a:p>
          <a:p>
            <a:r>
              <a:rPr lang="en-US" dirty="0" smtClean="0"/>
              <a:t>WPA 2 / WPA 3</a:t>
            </a:r>
            <a:endParaRPr lang="en-US" dirty="0" smtClean="0"/>
          </a:p>
          <a:p>
            <a:r>
              <a:rPr lang="en-US" dirty="0" smtClean="0"/>
              <a:t>Strong passwords</a:t>
            </a:r>
          </a:p>
          <a:p>
            <a:r>
              <a:rPr lang="en-US" dirty="0" smtClean="0"/>
              <a:t>Avoid public network risks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Application Security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SQL Injection</a:t>
            </a:r>
          </a:p>
          <a:p>
            <a:r>
              <a:rPr lang="en-US" dirty="0" smtClean="0"/>
              <a:t>Cross-Site Scripting (XSS)</a:t>
            </a:r>
          </a:p>
          <a:p>
            <a:r>
              <a:rPr lang="en-US" dirty="0" smtClean="0"/>
              <a:t>Session Hijacking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Authentication &amp; Authorization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Access Management</a:t>
            </a:r>
          </a:p>
          <a:p>
            <a:r>
              <a:rPr lang="en-US" dirty="0" smtClean="0"/>
              <a:t>User Verification</a:t>
            </a:r>
          </a:p>
          <a:p>
            <a:r>
              <a:rPr lang="en-US" dirty="0" smtClean="0"/>
              <a:t>Permissions Control</a:t>
            </a:r>
          </a:p>
          <a:p>
            <a:r>
              <a:rPr lang="en-US" dirty="0" smtClean="0"/>
              <a:t>Role-Based Access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Multi-Factor Authentication (MFA)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Password</a:t>
            </a:r>
          </a:p>
          <a:p>
            <a:r>
              <a:rPr lang="en-US" dirty="0" smtClean="0"/>
              <a:t>OTP</a:t>
            </a:r>
          </a:p>
          <a:p>
            <a:r>
              <a:rPr lang="en-US" dirty="0" smtClean="0"/>
              <a:t>Biometrics</a:t>
            </a:r>
          </a:p>
          <a:p>
            <a:r>
              <a:rPr lang="en-US" dirty="0" smtClean="0"/>
              <a:t>Security Keys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Cryptography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Protecting Information</a:t>
            </a:r>
          </a:p>
          <a:p>
            <a:r>
              <a:rPr lang="en-US" dirty="0" smtClean="0"/>
              <a:t>Encryption</a:t>
            </a:r>
          </a:p>
          <a:p>
            <a:r>
              <a:rPr lang="en-US" dirty="0" smtClean="0"/>
              <a:t>Decryption</a:t>
            </a:r>
          </a:p>
          <a:p>
            <a:r>
              <a:rPr lang="en-US" dirty="0" smtClean="0"/>
              <a:t>Symmetric Encryption</a:t>
            </a:r>
          </a:p>
          <a:p>
            <a:r>
              <a:rPr lang="en-US" dirty="0" smtClean="0"/>
              <a:t>Asymmetric Encryption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VPN (Virtual Private Network)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Secure internet communication</a:t>
            </a:r>
          </a:p>
          <a:p>
            <a:r>
              <a:rPr lang="en-US" dirty="0" smtClean="0"/>
              <a:t>Data privacy</a:t>
            </a:r>
          </a:p>
          <a:p>
            <a:r>
              <a:rPr lang="en-US" dirty="0" smtClean="0"/>
              <a:t>Remote access protection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Incident Response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Responding to Security Breaches</a:t>
            </a:r>
          </a:p>
          <a:p>
            <a:r>
              <a:rPr lang="en-US" dirty="0" smtClean="0"/>
              <a:t>Identify</a:t>
            </a:r>
          </a:p>
          <a:p>
            <a:r>
              <a:rPr lang="en-US" dirty="0" smtClean="0"/>
              <a:t>Contain</a:t>
            </a:r>
          </a:p>
          <a:p>
            <a:r>
              <a:rPr lang="en-US" dirty="0" smtClean="0"/>
              <a:t>Eradicate</a:t>
            </a:r>
          </a:p>
          <a:p>
            <a:r>
              <a:rPr lang="en-US" dirty="0" smtClean="0"/>
              <a:t>Recover</a:t>
            </a:r>
          </a:p>
          <a:p>
            <a:r>
              <a:rPr lang="en-US" dirty="0" smtClean="0"/>
              <a:t>Review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Security Operations Center (SOC)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Continuous monitoring</a:t>
            </a:r>
          </a:p>
          <a:p>
            <a:r>
              <a:rPr lang="en-US" dirty="0" smtClean="0"/>
              <a:t>Threat detection</a:t>
            </a:r>
          </a:p>
          <a:p>
            <a:r>
              <a:rPr lang="en-US" dirty="0" smtClean="0"/>
              <a:t>Incident management</a:t>
            </a:r>
          </a:p>
          <a:p>
            <a:r>
              <a:rPr lang="en-US" dirty="0" smtClean="0"/>
              <a:t>Security analytics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Cloud Security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protection</a:t>
            </a:r>
          </a:p>
          <a:p>
            <a:r>
              <a:rPr lang="en-US" dirty="0" smtClean="0"/>
              <a:t>Secure cloud storage</a:t>
            </a:r>
          </a:p>
          <a:p>
            <a:r>
              <a:rPr lang="en-US" dirty="0" smtClean="0"/>
              <a:t>Access management</a:t>
            </a:r>
          </a:p>
          <a:p>
            <a:r>
              <a:rPr lang="en-US" dirty="0" smtClean="0"/>
              <a:t>Cloud risk mitigation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Cyber Security Policies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Acceptable use policy</a:t>
            </a:r>
          </a:p>
          <a:p>
            <a:r>
              <a:rPr lang="en-US" dirty="0" smtClean="0"/>
              <a:t>Password policy</a:t>
            </a:r>
          </a:p>
          <a:p>
            <a:r>
              <a:rPr lang="en-US" dirty="0" smtClean="0"/>
              <a:t>Data protection policy</a:t>
            </a:r>
          </a:p>
          <a:p>
            <a:r>
              <a:rPr lang="en-US" dirty="0" smtClean="0"/>
              <a:t>Incident handling policy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Emerging Cyber Security Trends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Artificial Intelligence</a:t>
            </a:r>
          </a:p>
          <a:p>
            <a:r>
              <a:rPr lang="en-US" dirty="0" smtClean="0"/>
              <a:t>Machine Learning</a:t>
            </a:r>
          </a:p>
          <a:p>
            <a:r>
              <a:rPr lang="en-US" dirty="0" smtClean="0"/>
              <a:t>Zero Trust Security</a:t>
            </a:r>
          </a:p>
          <a:p>
            <a:r>
              <a:rPr lang="en-US" dirty="0" smtClean="0"/>
              <a:t>Threat Intelligence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Career Opportunities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Security Analyst</a:t>
            </a:r>
          </a:p>
          <a:p>
            <a:r>
              <a:rPr lang="en-US" dirty="0" smtClean="0"/>
              <a:t>Ethical Hacker</a:t>
            </a:r>
          </a:p>
          <a:p>
            <a:r>
              <a:rPr lang="en-US" dirty="0" smtClean="0"/>
              <a:t>Penetration Tester</a:t>
            </a:r>
          </a:p>
          <a:p>
            <a:r>
              <a:rPr lang="en-US" dirty="0" smtClean="0"/>
              <a:t>Security Engineer</a:t>
            </a:r>
          </a:p>
          <a:p>
            <a:r>
              <a:rPr lang="en-US" dirty="0" smtClean="0"/>
              <a:t>Incident Responder</a:t>
            </a:r>
          </a:p>
          <a:p>
            <a:r>
              <a:rPr lang="en-US" dirty="0" smtClean="0"/>
              <a:t>Security Consultant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Best Practices for Staying Safe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strong passwords</a:t>
            </a:r>
          </a:p>
          <a:p>
            <a:r>
              <a:rPr lang="en-US" dirty="0" smtClean="0"/>
              <a:t>Enable MFA</a:t>
            </a:r>
          </a:p>
          <a:p>
            <a:r>
              <a:rPr lang="en-US" dirty="0" smtClean="0"/>
              <a:t>Update software regularly</a:t>
            </a:r>
          </a:p>
          <a:p>
            <a:r>
              <a:rPr lang="en-US" dirty="0" smtClean="0"/>
              <a:t>Avoid suspicious links</a:t>
            </a:r>
          </a:p>
          <a:p>
            <a:r>
              <a:rPr lang="en-US" dirty="0" smtClean="0"/>
              <a:t>Backup important data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348" y="4714884"/>
            <a:ext cx="8183880" cy="1051560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Questions &amp; Discussion</a:t>
            </a:r>
          </a:p>
          <a:p>
            <a:r>
              <a:rPr lang="en-US" b="1" dirty="0" smtClean="0"/>
              <a:t>Quote: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"Cyber Security is not a product, but a continuous process."</a:t>
            </a:r>
          </a:p>
          <a:p>
            <a:r>
              <a:rPr lang="en-US" dirty="0" smtClean="0"/>
              <a:t>REFERENCES</a:t>
            </a:r>
          </a:p>
          <a:p>
            <a:r>
              <a:rPr lang="en-US" dirty="0" smtClean="0"/>
              <a:t>notes </a:t>
            </a:r>
            <a:r>
              <a:rPr lang="en-US" dirty="0" err="1" smtClean="0"/>
              <a:t>Notes</a:t>
            </a:r>
            <a:r>
              <a:rPr lang="en-US" dirty="0" smtClean="0"/>
              <a:t> </a:t>
            </a:r>
            <a:r>
              <a:rPr lang="en-US" dirty="0" err="1" smtClean="0"/>
              <a:t>NOTES</a:t>
            </a:r>
            <a:r>
              <a:rPr lang="en-US" dirty="0" smtClean="0"/>
              <a:t> ( Notes 1 To Notes 6 ) - https://github.com/Narthana-Elysium</a:t>
            </a:r>
          </a:p>
          <a:p>
            <a:r>
              <a:rPr lang="en-US" dirty="0" smtClean="0"/>
              <a:t>https://www.google.com/search?q=cyber+security+tutorial&amp;rlz=1C1CHBD_enIN1039IN1039&amp;oq=&amp;gs_lcrp=EgZjaHJvbWUqCQgAECMYJxjqAjIJCAAQIxgnGOoCMgkIARAjGCcY6gIyCQgCECMYJxjqAjIJCAMQIxgnGOoCMgkIBBAjGCcY6gIyCQgFECMYJxjqAjIJCAYQIxgnGOoCMgkIBxAjGCcY6gLSAQg5MjdqMGoxNagCCLACAfEFYeaHxK1b6a0&amp;sourceid=chrome&amp;ie=UTF-8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26</TotalTime>
  <Words>401</Words>
  <Application>Microsoft Office PowerPoint</Application>
  <PresentationFormat>On-screen Show (4:3)</PresentationFormat>
  <Paragraphs>148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Aspect</vt:lpstr>
      <vt:lpstr>Cyber Security By Elysium Academy</vt:lpstr>
      <vt:lpstr>What is Cyber Security ?</vt:lpstr>
      <vt:lpstr>Why Cyber Security Matters</vt:lpstr>
      <vt:lpstr>Cyber Security Goals</vt:lpstr>
      <vt:lpstr>Evolution of Cyber Security</vt:lpstr>
      <vt:lpstr>Types of Cyber Security </vt:lpstr>
      <vt:lpstr>Basic Cyber Security Terms</vt:lpstr>
      <vt:lpstr>Understanding Cyber Threats</vt:lpstr>
      <vt:lpstr>Malware</vt:lpstr>
      <vt:lpstr>Ransomware </vt:lpstr>
      <vt:lpstr>Phishing Attacks </vt:lpstr>
      <vt:lpstr>Social Engineering</vt:lpstr>
      <vt:lpstr>Password Attacks</vt:lpstr>
      <vt:lpstr>Network Security Basics</vt:lpstr>
      <vt:lpstr>Firewalls</vt:lpstr>
      <vt:lpstr>Network Attacks</vt:lpstr>
      <vt:lpstr>Wi-Fi Security</vt:lpstr>
      <vt:lpstr>Web Application Security</vt:lpstr>
      <vt:lpstr>Authentication &amp; Authorization</vt:lpstr>
      <vt:lpstr>Multi-Factor Authentication (MFA)</vt:lpstr>
      <vt:lpstr>Cryptography</vt:lpstr>
      <vt:lpstr>VPN (Virtual Private Network)</vt:lpstr>
      <vt:lpstr>Incident Response</vt:lpstr>
      <vt:lpstr>Security Operations Center (SOC)</vt:lpstr>
      <vt:lpstr>Cloud Security</vt:lpstr>
      <vt:lpstr>Cyber Security Policies </vt:lpstr>
      <vt:lpstr>Emerging Cyber Security Trends</vt:lpstr>
      <vt:lpstr>Career Opportunities</vt:lpstr>
      <vt:lpstr>Best Practices for Staying Safe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97</cp:revision>
  <dcterms:created xsi:type="dcterms:W3CDTF">2026-06-11T07:09:53Z</dcterms:created>
  <dcterms:modified xsi:type="dcterms:W3CDTF">2026-06-11T07:36:05Z</dcterms:modified>
</cp:coreProperties>
</file>