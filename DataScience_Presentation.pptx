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Powerful Insights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Session  |  Data Science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46304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46304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Science?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23160"/>
            <a:ext cx="5029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265176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423160"/>
            <a:ext cx="50292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265176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 &amp; DS Workflow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5029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84048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AI &amp; Deep Learning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84048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Applications &amp; Careers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raw information that can be numbers, text, images, or videos — it must be processed to become meaningful.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25603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Numbers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figures, temperatures, scores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103120"/>
            <a:ext cx="25603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214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reviews, social media posts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103120"/>
            <a:ext cx="25603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214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Media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697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video files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Raw data alone is NOT useful — it needs to be processed, analyzed, and interpreted.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Science?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Collecting → Cleaning → Analyzing 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better decisions and predictions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Three Pillars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256032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51760"/>
            <a:ext cx="25603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&amp; relationships in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651760"/>
            <a:ext cx="256032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651760"/>
            <a:ext cx="25603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R to handle &amp; analyze large datasets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256032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651760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Healthcare, Business context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Structured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rows &amp; columns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Unstructured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format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videos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5603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Semi-Structured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organized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documents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5272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252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various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5272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22192" y="1252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0128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missing/incorrect values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60604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527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02552" y="1252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0488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 &amp; trends (EDA)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60604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2724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272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22192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10128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model accuracy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3017520"/>
            <a:ext cx="2606040" cy="1600200"/>
          </a:xfrm>
          <a:prstGeom prst="rect">
            <a:avLst/>
          </a:prstGeom>
          <a:solidFill>
            <a:srgbClr val="F0F9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12724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02552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90488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real-world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 Science Problems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56032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5603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247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Classification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data into groups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email spam or not?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56032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2560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247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Regression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numerical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51460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house prices be?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97280"/>
            <a:ext cx="2560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247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Clustering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1691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data together without predefined labels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251460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•  Machine Learning  •  Deep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00200"/>
            <a:ext cx="2743200" cy="2468880"/>
          </a:xfrm>
          <a:prstGeom prst="ellipse">
            <a:avLst/>
          </a:prstGeom>
          <a:solidFill>
            <a:srgbClr val="BAE6FD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103120"/>
            <a:ext cx="1645920" cy="1463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43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concept of machines mimicking human intelligence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64008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AI — systems learn from data without being explicitly programmed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64008" cy="10058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using neural networks, ideal for images &amp; speech recognition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Data Science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4630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 for data science &amp;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0233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4630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1664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computing &amp; data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0233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23160"/>
            <a:ext cx="5486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6974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2898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structured databases efficiently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40233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23160"/>
            <a:ext cx="54864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26974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2898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analysis &amp; data manipulation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5486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393192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4133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&amp; reports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0233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54864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93192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864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4133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&amp; data storytelling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61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E-Commerce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 based on browsing &amp; purchase history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40233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61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credit risk assessment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063240"/>
            <a:ext cx="40233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27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&amp; medical image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063240"/>
            <a:ext cx="402336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27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749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 &amp; content recommendation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2471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Better &amp; faster decision-making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95728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 repetitive processes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99816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27248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 future trends accurately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803904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31336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Uncover hidden patterns in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3931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2471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19072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Handling very large volumes of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395728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23160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Ensuring data privacy &amp; security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099816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127248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Need for skilled professionals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803904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831336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quality &amp; bias issues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23360" cy="155448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to provide actionable business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023360" cy="1554480"/>
          </a:xfrm>
          <a:prstGeom prst="rect">
            <a:avLst/>
          </a:prstGeom>
          <a:solidFill>
            <a:srgbClr val="F0F9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0876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0644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models to solve complex data-driven problems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023360" cy="1554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33756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deploy machine learning systems at scale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23360" cy="1554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337560"/>
            <a:ext cx="777240" cy="777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data insights &amp; strategy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2471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converts raw data into knowledge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1907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Statistics, Programming &amp; Domain Knowledge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1343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structured 6-step workflow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73152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077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AI, Machine Learning &amp; Deep Learning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0215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healthcare, banking, e-commerce &amp; more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6908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09651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diverse &amp; high-demand career paths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is shaping the future — and the opportunity starts NOW.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|  Demo Session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&amp; Learn Together!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subject>PptxGenJS Presentation</dc:subject>
  <dc:creator>PptxGenJS</dc:creator>
  <cp:lastModifiedBy>PptxGenJS</cp:lastModifiedBy>
  <cp:revision>1</cp:revision>
  <dcterms:created xsi:type="dcterms:W3CDTF">2026-04-15T08:56:28Z</dcterms:created>
  <dcterms:modified xsi:type="dcterms:W3CDTF">2026-04-15T08:56:28Z</dcterms:modified>
</cp:coreProperties>
</file>