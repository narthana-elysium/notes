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04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66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01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28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53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05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5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47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84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51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59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404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6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233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27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39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6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000">
              <a:srgbClr val="FF0000"/>
            </a:gs>
            <a:gs pos="10000">
              <a:schemeClr val="tx1"/>
            </a:gs>
            <a:gs pos="100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2152BA7-8585-4F7F-AC44-295E231665B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6E103E-6F2A-4E03-9142-831DCA449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633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rthana-Elysiu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3B80-5B45-4153-BB10-A0724A0ED7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with Data Science BY ELYSIUM ACADEMY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CA4BE-9EB3-4A38-9B91-6BF7285D6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Understanding Intelligent Systems and Data -Driven Decision Making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F7541A-822B-4B37-A730-AE0AA90DA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097" y="4346222"/>
            <a:ext cx="3337806" cy="219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CBE819F-A08A-4F6B-B368-5AF7CD9AF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467" y="1662289"/>
            <a:ext cx="2660415" cy="399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2CDD637-9979-4164-9265-F463CF2EA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776" y="241771"/>
            <a:ext cx="2712155" cy="180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49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F8AA-C113-473C-B866-6FB730B8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5B09-D086-431E-800F-60FB58EAA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Topics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Introduction to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Introduction to Data Science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for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Mathematics for Data Science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Machine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Deep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Generative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Career Opportunities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19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E696-FBF8-43B5-9D87-57209C46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Artificial Intelligence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4320D-65AF-439A-BB90-940E75772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21" y="499534"/>
            <a:ext cx="5195721" cy="27768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Artificial Intelligence is the ability of machines to simulate human intelligence and perform tasks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Reasoning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 Solving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Language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020F9D-741D-4694-B8CF-1D8F9DC98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066" y="26797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7A43B01-2544-46B4-949C-98C804A0B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667" y="312471"/>
            <a:ext cx="3330064" cy="187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8CB2C13-6753-4925-8798-F2C55637F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762" y="2005008"/>
            <a:ext cx="4247454" cy="238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34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B37F-5B5B-4B5B-82F8-01771238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81E6A-5DA9-4D7D-B01C-6C130FDDE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Around 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Virtual Assistants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Self-Driving Vehicles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Healthcare Diagnosis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Chatbots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389747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76E2-735E-453B-B77A-08BA9742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Science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D9654-2FE4-4FED-8C6B-F7B030D5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Science is the process of extracting meaningful insights from data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78139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7118-C399-49B4-A6F3-B825D702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Data Science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F67A-72B3-48CE-B647-F8C81E357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Business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Future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Customer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Risks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Efficiency</a:t>
            </a:r>
          </a:p>
        </p:txBody>
      </p:sp>
    </p:spTree>
    <p:extLst>
      <p:ext uri="{BB962C8B-B14F-4D97-AF65-F5344CB8AC3E}">
        <p14:creationId xmlns:p14="http://schemas.microsoft.com/office/powerpoint/2010/main" val="199962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4A30-0D9E-4AE7-80B9-B3CFA474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vs Data Science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2AAEEB-0A1A-43B7-9A83-6C7BE8BE34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3" y="1761649"/>
          <a:ext cx="8534400" cy="146304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2634787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961814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Artificial Intelligence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675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Creates intelligent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Extracts insights from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65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Focuses on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Focuses on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335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Uses ML and 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statistics and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5250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BCDB69D-3A98-41D9-9E57-44B11879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89" y="362741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Data Science complement each other.</a:t>
            </a:r>
          </a:p>
        </p:txBody>
      </p:sp>
    </p:spTree>
    <p:extLst>
      <p:ext uri="{BB962C8B-B14F-4D97-AF65-F5344CB8AC3E}">
        <p14:creationId xmlns:p14="http://schemas.microsoft.com/office/powerpoint/2010/main" val="449437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FC04-58CC-4F62-B81E-DA7F7E45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+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8250-BF9E-4A5B-91D3-F6ADA709C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They Work Together</a:t>
            </a:r>
          </a:p>
          <a:p>
            <a:r>
              <a:rPr lang="en-US" dirty="0"/>
              <a:t>Data → Analysis → Model Building → Predictions → Intelligent Decisions</a:t>
            </a:r>
          </a:p>
        </p:txBody>
      </p:sp>
    </p:spTree>
    <p:extLst>
      <p:ext uri="{BB962C8B-B14F-4D97-AF65-F5344CB8AC3E}">
        <p14:creationId xmlns:p14="http://schemas.microsoft.com/office/powerpoint/2010/main" val="315290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0886-2FCD-4E7C-A267-82B43CE5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3E24-4575-4114-AC29-E739D41A3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Python Programming Language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Syntax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Community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Extensive Libraries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Industry Standard </a:t>
            </a:r>
          </a:p>
        </p:txBody>
      </p:sp>
    </p:spTree>
    <p:extLst>
      <p:ext uri="{BB962C8B-B14F-4D97-AF65-F5344CB8AC3E}">
        <p14:creationId xmlns:p14="http://schemas.microsoft.com/office/powerpoint/2010/main" val="127541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12FA-AD47-4B06-B1F3-4CC49E79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7EF28-6173-460C-A769-046D5D18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Popular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Scikit-Learn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TensorFlow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PyTorch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47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BE55-E0D7-46CA-AF29-22280401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Mathematics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C427-96C5-4590-B43B-CDEFEC45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Core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Statistics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Probability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Linear Algebra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Calculus</a:t>
            </a:r>
          </a:p>
        </p:txBody>
      </p:sp>
    </p:spTree>
    <p:extLst>
      <p:ext uri="{BB962C8B-B14F-4D97-AF65-F5344CB8AC3E}">
        <p14:creationId xmlns:p14="http://schemas.microsoft.com/office/powerpoint/2010/main" val="145957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D7BE-1A08-437B-BF62-DD363C19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459E-E019-4A87-AB0A-5C866331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Statistics Helps 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Summarize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 Variability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Predictions</a:t>
            </a:r>
          </a:p>
        </p:txBody>
      </p:sp>
    </p:spTree>
    <p:extLst>
      <p:ext uri="{BB962C8B-B14F-4D97-AF65-F5344CB8AC3E}">
        <p14:creationId xmlns:p14="http://schemas.microsoft.com/office/powerpoint/2010/main" val="325393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6E92-4026-48EC-88F9-E32614B9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2E2D-F2C6-4602-8D7B-F9C2BACB8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Probability in AI</a:t>
            </a:r>
          </a:p>
          <a:p>
            <a:r>
              <a:rPr lang="en-US" dirty="0"/>
              <a:t>Probability measures uncertainty and helps models make predictions.</a:t>
            </a:r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Weather 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Risk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Fraud Detection</a:t>
            </a:r>
          </a:p>
        </p:txBody>
      </p:sp>
    </p:spTree>
    <p:extLst>
      <p:ext uri="{BB962C8B-B14F-4D97-AF65-F5344CB8AC3E}">
        <p14:creationId xmlns:p14="http://schemas.microsoft.com/office/powerpoint/2010/main" val="388721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DB8E-1199-4769-96C6-FF80F646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456A-4328-4A63-BB2E-CA2FA1323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EDA?</a:t>
            </a:r>
          </a:p>
          <a:p>
            <a:r>
              <a:rPr lang="en-US" dirty="0"/>
              <a:t>EDA helps understand data before model building.</a:t>
            </a:r>
          </a:p>
          <a:p>
            <a:r>
              <a:rPr lang="en-US" dirty="0"/>
              <a:t>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Finding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Detecting Outliers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9394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4B48-09EE-49B6-BF2E-0AF9C653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CABFE5-B1BB-4D7E-B04C-98A6598E95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</a:t>
            </a:r>
          </a:p>
        </p:txBody>
      </p:sp>
    </p:spTree>
    <p:extLst>
      <p:ext uri="{BB962C8B-B14F-4D97-AF65-F5344CB8AC3E}">
        <p14:creationId xmlns:p14="http://schemas.microsoft.com/office/powerpoint/2010/main" val="1102214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8ACC-3BD8-4FDB-BCB1-ECFE2A87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9B6B-4C61-4A3E-B30C-BCBE2EC9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Analysis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Ask Questions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Findings</a:t>
            </a:r>
          </a:p>
        </p:txBody>
      </p:sp>
    </p:spTree>
    <p:extLst>
      <p:ext uri="{BB962C8B-B14F-4D97-AF65-F5344CB8AC3E}">
        <p14:creationId xmlns:p14="http://schemas.microsoft.com/office/powerpoint/2010/main" val="2102960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73AB-B923-4034-9D2E-4CF9F98A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BE1-6B8E-4187-B978-B0A9F926E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Turning Data into Stories</a:t>
            </a:r>
          </a:p>
          <a:p>
            <a:r>
              <a:rPr lang="en-US" dirty="0"/>
              <a:t>Common Charts: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Scatter 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 Chart</a:t>
            </a:r>
          </a:p>
        </p:txBody>
      </p:sp>
    </p:spTree>
    <p:extLst>
      <p:ext uri="{BB962C8B-B14F-4D97-AF65-F5344CB8AC3E}">
        <p14:creationId xmlns:p14="http://schemas.microsoft.com/office/powerpoint/2010/main" val="183013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E0CF-6DD5-4CB6-A7A3-53F7419C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Visualization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2F8D-0CDE-42B4-B62A-0D090EF04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Interpretation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Trend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Decision 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Quick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36436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A465-B8F8-4B95-9FEE-DC1F3E8C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Machine Learning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ED3C4AF-C2E8-43F9-B830-1382005BF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316" y="2152411"/>
            <a:ext cx="2400656" cy="160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3ABAB-2F1E-4FF1-9AF9-E246A4391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6597121" cy="1007533"/>
          </a:xfrm>
        </p:spPr>
        <p:txBody>
          <a:bodyPr/>
          <a:lstStyle/>
          <a:p>
            <a:r>
              <a:rPr lang="en-US" dirty="0"/>
              <a:t>Machine Learning enables systems to learn from data and improve without explicit programming.</a:t>
            </a:r>
            <a:endParaRPr lang="en-IN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57C15434-A9C9-4757-9546-E8DA89CE1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3" y="1189566"/>
            <a:ext cx="4543425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3D8BF4A8-C20B-4AE1-B94C-2C5664C4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1" y="1758244"/>
            <a:ext cx="4253794" cy="201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281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1042-5EFF-48A5-9E84-18868925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5B6A-7E69-494A-8014-F0072FF9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Three Main Types</a:t>
            </a:r>
          </a:p>
          <a:p>
            <a:pPr>
              <a:buFont typeface="+mj-lt"/>
              <a:buAutoNum type="arabicPeriod"/>
            </a:pPr>
            <a:r>
              <a:rPr lang="en-US" dirty="0"/>
              <a:t>Supervised Learning </a:t>
            </a:r>
          </a:p>
          <a:p>
            <a:pPr>
              <a:buFont typeface="+mj-lt"/>
              <a:buAutoNum type="arabicPeriod"/>
            </a:pPr>
            <a:r>
              <a:rPr lang="en-US" dirty="0"/>
              <a:t>Unsupervised Learning </a:t>
            </a:r>
          </a:p>
          <a:p>
            <a:pPr>
              <a:buFont typeface="+mj-lt"/>
              <a:buAutoNum type="arabicPeriod"/>
            </a:pPr>
            <a:r>
              <a:rPr lang="en-US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66066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31B8-2611-4640-8229-73EE4374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A830B-6B35-42B7-A984-8D11AD91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Uses Labeled Data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Spam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House Price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Performance Prediction</a:t>
            </a:r>
          </a:p>
        </p:txBody>
      </p:sp>
    </p:spTree>
    <p:extLst>
      <p:ext uri="{BB962C8B-B14F-4D97-AF65-F5344CB8AC3E}">
        <p14:creationId xmlns:p14="http://schemas.microsoft.com/office/powerpoint/2010/main" val="3378612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C13F-D2F9-46DC-B767-AB86B9D2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523A-6E31-4F4F-AA30-0E2B94486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Uses Unlabeled Data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Basket Analysis used  in online shopping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078023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F885-FAD6-4E39-BC49-945D75EC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FAA90-23BA-4086-8E7D-EAA689F42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Learning Through Rewards</a:t>
            </a:r>
          </a:p>
          <a:p>
            <a:r>
              <a:rPr lang="en-US" dirty="0"/>
              <a:t>Applications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Robotics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Gaming and Games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Autonomous Vehicles</a:t>
            </a:r>
          </a:p>
        </p:txBody>
      </p:sp>
    </p:spTree>
    <p:extLst>
      <p:ext uri="{BB962C8B-B14F-4D97-AF65-F5344CB8AC3E}">
        <p14:creationId xmlns:p14="http://schemas.microsoft.com/office/powerpoint/2010/main" val="919064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37D9-DDF6-4B36-802A-E66491D1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Deep Learning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9A53-D142-4B3A-ABAC-DD075DCB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6630989" cy="6688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Deep Learning uses multi - layer neural networks to solve complex problems.</a:t>
            </a:r>
          </a:p>
        </p:txBody>
      </p:sp>
      <p:pic>
        <p:nvPicPr>
          <p:cNvPr id="6146" name="Picture 2" descr="Neural Network Architecture Guide: Types and Key Algorithms">
            <a:extLst>
              <a:ext uri="{FF2B5EF4-FFF2-40B4-BE49-F238E27FC236}">
                <a16:creationId xmlns:a16="http://schemas.microsoft.com/office/drawing/2014/main" id="{77ECDD11-8068-4054-85BE-499B467E6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633" y="1569154"/>
            <a:ext cx="4377267" cy="291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6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7254-A158-4ACC-AA41-1BEAA07F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09653-C2A3-4751-B4B7-E49FE09B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Inspired by the Human Brain</a:t>
            </a:r>
          </a:p>
          <a:p>
            <a:r>
              <a:rPr lang="en-US" dirty="0"/>
              <a:t>Components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Layer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Hidden Layers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2830743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4E0E-8720-47C1-BFDC-3D9B3214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Deep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6F41B-1C7D-4705-81A9-08FBD48413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724449"/>
            <a:ext cx="54117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Translation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Systems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C3845-CE7C-4956-A7E2-31A8FCC5F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59" y="2508761"/>
            <a:ext cx="4988631" cy="23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24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79AEE-C9CF-4D90-BA0C-619500E2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9405-FDBD-4CE1-A942-F0C9A2FCC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Generative AI?</a:t>
            </a:r>
          </a:p>
          <a:p>
            <a:r>
              <a:rPr lang="en-US" dirty="0"/>
              <a:t>Generative AI creates new content such as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89693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F5DD-2CB5-46BB-B210-62E5738E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32249-B3F9-4744-8730-D20EF847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Question Answering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 Creation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Coding Assistance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Chatbots</a:t>
            </a:r>
          </a:p>
        </p:txBody>
      </p:sp>
    </p:spTree>
    <p:extLst>
      <p:ext uri="{BB962C8B-B14F-4D97-AF65-F5344CB8AC3E}">
        <p14:creationId xmlns:p14="http://schemas.microsoft.com/office/powerpoint/2010/main" val="2580025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FA81-A45B-4DDA-9656-B3E78E82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1ECF2-755A-4CB7-9143-7BBF51883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Roles in AI and Data 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Scientist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Analyst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Analyst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Engineer</a:t>
            </a:r>
          </a:p>
        </p:txBody>
      </p:sp>
    </p:spTree>
    <p:extLst>
      <p:ext uri="{BB962C8B-B14F-4D97-AF65-F5344CB8AC3E}">
        <p14:creationId xmlns:p14="http://schemas.microsoft.com/office/powerpoint/2010/main" val="4264376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0B1D-70FF-4C97-8E72-9966D409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8EB84-65A1-4355-9C02-AB948EE1C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Takeaways</a:t>
            </a:r>
          </a:p>
          <a:p>
            <a:r>
              <a:rPr lang="en-IN" dirty="0"/>
              <a:t>✅ AI enables machines to think and learn</a:t>
            </a:r>
          </a:p>
          <a:p>
            <a:r>
              <a:rPr lang="en-IN" dirty="0"/>
              <a:t>✅ Data Science converts data into valuable insights</a:t>
            </a:r>
          </a:p>
          <a:p>
            <a:r>
              <a:rPr lang="en-IN" dirty="0"/>
              <a:t>✅ Machine Learning powers intelligent predictions</a:t>
            </a:r>
          </a:p>
          <a:p>
            <a:r>
              <a:rPr lang="en-IN" dirty="0"/>
              <a:t>✅ Deep Learning solves complex tasks</a:t>
            </a:r>
          </a:p>
          <a:p>
            <a:r>
              <a:rPr lang="en-IN" dirty="0"/>
              <a:t>✅ Generative AI is transforming industries</a:t>
            </a:r>
          </a:p>
          <a:p>
            <a:r>
              <a:rPr lang="en-IN" b="1" dirty="0"/>
              <a:t>Thank You</a:t>
            </a:r>
          </a:p>
          <a:p>
            <a:r>
              <a:rPr lang="en-IN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431322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3CA4-9CB1-4D09-B468-A7FAF76D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79D8-6CDE-4905-86BD-BAB52BBC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google.com/search?q=AI+with+Data+Science+Tutorial&amp;oq=AI+with+Data+Science+Tutorial&amp;gs_lcrp=EgZjaHJvbWUyBggAEEUYOTIICAEQABgWGB4yCAgCEAAYFhgeMggIAxAAGBYYHjIICAQQABgWGB4yCAgFEAAYFhgeMg0IBhAAGIYDGIAEGIoFMg0IBxAAGIYDGIAEGIoFMg0ICBAAGIYDGIAEGIoFMg0ICRAAGIYDGIAEGIoF0gEJOTI1MWowajE1qAIIsAIB8QVfYDZHE1m79g&amp;sourceid=chrome&amp;ie=UTF-8</a:t>
            </a:r>
          </a:p>
          <a:p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- </a:t>
            </a:r>
            <a:r>
              <a:rPr lang="en-IN" dirty="0">
                <a:hlinkClick r:id="rId2"/>
              </a:rPr>
              <a:t>https://github.com/Narthana-Elysium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72538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</TotalTime>
  <Words>634</Words>
  <Application>Microsoft Office PowerPoint</Application>
  <PresentationFormat>Widescreen</PresentationFormat>
  <Paragraphs>200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Slice</vt:lpstr>
      <vt:lpstr>AI with Data Science BY ELYSIUM ACADEMY</vt:lpstr>
      <vt:lpstr>Agenda</vt:lpstr>
      <vt:lpstr>What is Artificial Intelligence ?</vt:lpstr>
      <vt:lpstr>Applications of AI</vt:lpstr>
      <vt:lpstr>What is Data Science ?</vt:lpstr>
      <vt:lpstr>Why Data Science Matters</vt:lpstr>
      <vt:lpstr>AI vs Data Science</vt:lpstr>
      <vt:lpstr>AI + Data Science</vt:lpstr>
      <vt:lpstr>Importance of Python</vt:lpstr>
      <vt:lpstr>Python Libraries</vt:lpstr>
      <vt:lpstr>Mathematics in Data Science</vt:lpstr>
      <vt:lpstr>Statistics Basics</vt:lpstr>
      <vt:lpstr>Probability</vt:lpstr>
      <vt:lpstr>Exploratory Data Analysis (EDA)</vt:lpstr>
      <vt:lpstr>EDA Process</vt:lpstr>
      <vt:lpstr>Data Analysis</vt:lpstr>
      <vt:lpstr>Data Visualization</vt:lpstr>
      <vt:lpstr>Why Visualization Matters</vt:lpstr>
      <vt:lpstr>Introduction to Machine Learning</vt:lpstr>
      <vt:lpstr>Types of Machine Learning</vt:lpstr>
      <vt:lpstr>Supervised Learning</vt:lpstr>
      <vt:lpstr>Unsupervised Learning</vt:lpstr>
      <vt:lpstr>Reinforcement Learning</vt:lpstr>
      <vt:lpstr>What is Deep Learning ?</vt:lpstr>
      <vt:lpstr>Neural Networks</vt:lpstr>
      <vt:lpstr>Applications of Deep Learning</vt:lpstr>
      <vt:lpstr>Generative AI</vt:lpstr>
      <vt:lpstr>Large Language Models</vt:lpstr>
      <vt:lpstr>Career Opportunities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with Data Science BY ELYSIUM ACADEMY</dc:title>
  <dc:creator>ADMIN</dc:creator>
  <cp:lastModifiedBy>ADMIN</cp:lastModifiedBy>
  <cp:revision>87</cp:revision>
  <dcterms:created xsi:type="dcterms:W3CDTF">2026-06-10T09:30:35Z</dcterms:created>
  <dcterms:modified xsi:type="dcterms:W3CDTF">2026-06-10T09:54:47Z</dcterms:modified>
</cp:coreProperties>
</file>