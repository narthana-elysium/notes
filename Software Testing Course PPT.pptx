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8B372F45-31B0-40F2-9C6F-26895A3106D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8E5735D2-B6B1-4D4E-AA69-DE9AC3F6A4C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4785878" cy="948696"/>
          </a:xfrm>
        </p:spPr>
        <p:txBody>
          <a:bodyPr>
            <a:normAutofit fontScale="90000"/>
          </a:bodyPr>
          <a:lstStyle/>
          <a:p>
            <a:r>
              <a:rPr smtClean="0">
                <a:solidFill>
                  <a:schemeClr val="tx1"/>
                </a:solidFill>
              </a:rPr>
              <a:t>SOFTWARE </a:t>
            </a:r>
            <a:r>
              <a:rPr smtClean="0">
                <a:solidFill>
                  <a:schemeClr val="tx1"/>
                </a:solidFill>
              </a:rPr>
              <a:t>TESTING BY ELYSIUM ACADEMY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Ensuring Software </a:t>
            </a:r>
            <a:r>
              <a:rPr lang="en-US" dirty="0" smtClean="0"/>
              <a:t>, App and web site Quality , </a:t>
            </a:r>
            <a:r>
              <a:rPr lang="en-US" dirty="0" smtClean="0"/>
              <a:t>Reliability &amp; Performance</a:t>
            </a:r>
            <a:endParaRPr lang="en-US" dirty="0"/>
          </a:p>
        </p:txBody>
      </p:sp>
      <p:pic>
        <p:nvPicPr>
          <p:cNvPr id="24578" name="Picture 2" descr="https://images.openai.com/static-rsc-4/ZBDxVEerCIE2hFdc0zxnXLDD_9yCLKc6pIkEBz7nGQ8v1maZDhjAc8FZTljd37s6BR-gAZVG3IRNLeJjOPiLKE5SHcNRibZS_JMab5KNQ4-qTE7Px8zXjd-Y6Kuu5hB5l7NTqnYIeTgCEnnBotnPXp5tQKS28vvLP73dY78k9VtnCESexCzBylIQ5psdVMGd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28"/>
            <a:ext cx="3822351" cy="2214578"/>
          </a:xfrm>
          <a:prstGeom prst="rect">
            <a:avLst/>
          </a:prstGeom>
          <a:noFill/>
        </p:spPr>
      </p:pic>
      <p:pic>
        <p:nvPicPr>
          <p:cNvPr id="24580" name="Picture 4" descr="Software Quality Assurance - Software Engineering - GeeksforGeek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42852"/>
            <a:ext cx="3286148" cy="2347249"/>
          </a:xfrm>
          <a:prstGeom prst="rect">
            <a:avLst/>
          </a:prstGeom>
          <a:noFill/>
        </p:spPr>
      </p:pic>
      <p:pic>
        <p:nvPicPr>
          <p:cNvPr id="24582" name="Picture 6" descr="Test Execution: Everything You Need To Kno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4714884"/>
            <a:ext cx="5214974" cy="18860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Software </a:t>
            </a:r>
            <a:r>
              <a:rPr lang="en-US" dirty="0" smtClean="0"/>
              <a:t>Testing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757610" cy="1900238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Software Testing is the process of verifying and validating software to ensure it meets requirements and works as expected.</a:t>
            </a:r>
          </a:p>
          <a:p>
            <a:r>
              <a:rPr lang="en-US" b="1" dirty="0" smtClean="0"/>
              <a:t>Objectives</a:t>
            </a:r>
          </a:p>
          <a:p>
            <a:r>
              <a:rPr lang="en-US" dirty="0" smtClean="0"/>
              <a:t>Identify defects </a:t>
            </a:r>
          </a:p>
          <a:p>
            <a:r>
              <a:rPr lang="en-US" dirty="0" smtClean="0"/>
              <a:t>Verify functionality </a:t>
            </a:r>
          </a:p>
          <a:p>
            <a:r>
              <a:rPr lang="en-US" dirty="0" smtClean="0"/>
              <a:t>Validate requirements </a:t>
            </a:r>
          </a:p>
          <a:p>
            <a:r>
              <a:rPr lang="en-US" dirty="0" smtClean="0"/>
              <a:t>Improve quality </a:t>
            </a:r>
          </a:p>
          <a:p>
            <a:r>
              <a:rPr lang="en-US" dirty="0" smtClean="0"/>
              <a:t>Increase customer satisfaction</a:t>
            </a:r>
          </a:p>
          <a:p>
            <a:endParaRPr lang="en-US" dirty="0"/>
          </a:p>
        </p:txBody>
      </p:sp>
      <p:pic>
        <p:nvPicPr>
          <p:cNvPr id="1026" name="Picture 2" descr="https://images.openai.com/static-rsc-4/GA_Jnuv1acSzZ2Kw2fCdvNZNGxM8GyGD1cY6b40gH9T3g08-k38aA_rgAmnOghxlwgCSqEdYA3ygicvgqCIS49SbUNraaOHb6WPpLgwBPzOB4sdfoZpzdyoJT_t4JyE3ZNL8sTxp-kdynNOOmyjPkCMsmVM_iD4733HCPZlc63NPH-nXbsiJDe92GdmAd0jL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857628"/>
            <a:ext cx="5638237" cy="2286016"/>
          </a:xfrm>
          <a:prstGeom prst="rect">
            <a:avLst/>
          </a:prstGeom>
          <a:noFill/>
        </p:spPr>
      </p:pic>
      <p:pic>
        <p:nvPicPr>
          <p:cNvPr id="1028" name="Picture 4" descr="https://images.openai.com/static-rsc-4/Xqu0sFo43tXRj1mMXvLFxxe4rF_7M2vUlHVZvUYq4jH4xUYGX8Fqfo0fPBIY5G7LY-3-yrVmXa1GnqHmUNUzDIkFRvUbUpljTFmVm-04InmRVH7gDFuoT8FQ3dRm6xf1nD9EOkex3BK9dFgm881Q12pUPwh07cVbRDTTe4y0YETK1OoN8fUdGrTZVJ9aUCPT?purpose=fullsiz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12" y="4000504"/>
            <a:ext cx="2571768" cy="2571769"/>
          </a:xfrm>
          <a:prstGeom prst="rect">
            <a:avLst/>
          </a:prstGeom>
          <a:noFill/>
        </p:spPr>
      </p:pic>
      <p:pic>
        <p:nvPicPr>
          <p:cNvPr id="1030" name="Picture 6" descr="How to Setup a QA Process? - TatvaSoft Blo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1274785"/>
            <a:ext cx="4214487" cy="24399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Software Testing is </a:t>
            </a:r>
            <a:r>
              <a:rPr lang="en-US" dirty="0" smtClean="0"/>
              <a:t>Important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Importance</a:t>
            </a:r>
          </a:p>
          <a:p>
            <a:r>
              <a:rPr lang="en-US" dirty="0" smtClean="0"/>
              <a:t>Detects bugs before release </a:t>
            </a:r>
          </a:p>
          <a:p>
            <a:r>
              <a:rPr lang="en-US" dirty="0" smtClean="0"/>
              <a:t>Improves product quality </a:t>
            </a:r>
          </a:p>
          <a:p>
            <a:r>
              <a:rPr lang="en-US" dirty="0" smtClean="0"/>
              <a:t>Reduces maintenance cost </a:t>
            </a:r>
          </a:p>
          <a:p>
            <a:r>
              <a:rPr lang="en-US" dirty="0" smtClean="0"/>
              <a:t>Enhances security </a:t>
            </a:r>
          </a:p>
          <a:p>
            <a:r>
              <a:rPr lang="en-US" dirty="0" smtClean="0"/>
              <a:t>Improves user experience 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Reliability </a:t>
            </a:r>
          </a:p>
          <a:p>
            <a:r>
              <a:rPr lang="en-US" dirty="0" smtClean="0"/>
              <a:t>Performance </a:t>
            </a:r>
          </a:p>
          <a:p>
            <a:r>
              <a:rPr lang="en-US" dirty="0" smtClean="0"/>
              <a:t>Customer trust</a:t>
            </a:r>
          </a:p>
          <a:p>
            <a:endParaRPr lang="en-US" dirty="0"/>
          </a:p>
        </p:txBody>
      </p:sp>
      <p:pic>
        <p:nvPicPr>
          <p:cNvPr id="55298" name="Picture 2" descr="Introduction+to+Software+Testing+basics.ppt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4357694"/>
            <a:ext cx="3683024" cy="20717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 </a:t>
            </a:r>
            <a:r>
              <a:rPr lang="en-US" dirty="0" smtClean="0"/>
              <a:t>( SDLC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Phases</a:t>
            </a:r>
          </a:p>
          <a:p>
            <a:r>
              <a:rPr lang="en-US" dirty="0" smtClean="0"/>
              <a:t>Requirement Analysis </a:t>
            </a:r>
          </a:p>
          <a:p>
            <a:r>
              <a:rPr lang="en-US" dirty="0" smtClean="0"/>
              <a:t>Planning </a:t>
            </a:r>
          </a:p>
          <a:p>
            <a:r>
              <a:rPr lang="en-US" dirty="0" smtClean="0"/>
              <a:t>Design </a:t>
            </a:r>
          </a:p>
          <a:p>
            <a:r>
              <a:rPr lang="en-US" dirty="0" smtClean="0"/>
              <a:t>Development </a:t>
            </a:r>
          </a:p>
          <a:p>
            <a:r>
              <a:rPr lang="en-US" dirty="0" smtClean="0"/>
              <a:t>Testing </a:t>
            </a:r>
          </a:p>
          <a:p>
            <a:r>
              <a:rPr lang="en-US" dirty="0" smtClean="0"/>
              <a:t>Deployment </a:t>
            </a:r>
          </a:p>
          <a:p>
            <a:r>
              <a:rPr lang="en-US" dirty="0" smtClean="0"/>
              <a:t>Maintenance</a:t>
            </a:r>
          </a:p>
          <a:p>
            <a:endParaRPr lang="en-US" dirty="0"/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3000372"/>
            <a:ext cx="4583014" cy="3071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in SDLC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Role of Testing</a:t>
            </a:r>
          </a:p>
          <a:p>
            <a:r>
              <a:rPr lang="en-US" dirty="0" smtClean="0"/>
              <a:t>Ensures each phase meets expectations </a:t>
            </a:r>
          </a:p>
          <a:p>
            <a:r>
              <a:rPr lang="en-US" dirty="0" smtClean="0"/>
              <a:t>Detects defects early </a:t>
            </a:r>
          </a:p>
          <a:p>
            <a:r>
              <a:rPr lang="en-US" dirty="0" smtClean="0"/>
              <a:t>Reduces project risk </a:t>
            </a:r>
          </a:p>
          <a:p>
            <a:r>
              <a:rPr lang="en-US" b="1" dirty="0" smtClean="0"/>
              <a:t>Testing Starts Early</a:t>
            </a:r>
          </a:p>
          <a:p>
            <a:r>
              <a:rPr lang="en-US" dirty="0" smtClean="0"/>
              <a:t>"Early Testing Saves Time and Cost"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Testing Life Cycle </a:t>
            </a:r>
            <a:r>
              <a:rPr lang="en-US" dirty="0" smtClean="0"/>
              <a:t>( STLC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000108"/>
            <a:ext cx="7467600" cy="4525963"/>
          </a:xfrm>
        </p:spPr>
        <p:txBody>
          <a:bodyPr/>
          <a:lstStyle/>
          <a:p>
            <a:r>
              <a:rPr lang="en-US" b="1" dirty="0" smtClean="0"/>
              <a:t>STLC Phases</a:t>
            </a:r>
          </a:p>
          <a:p>
            <a:r>
              <a:rPr lang="en-US" dirty="0" smtClean="0"/>
              <a:t>Requirement Analysis </a:t>
            </a:r>
          </a:p>
          <a:p>
            <a:r>
              <a:rPr lang="en-US" dirty="0" smtClean="0"/>
              <a:t>Test Planning </a:t>
            </a:r>
          </a:p>
          <a:p>
            <a:r>
              <a:rPr lang="en-US" dirty="0" smtClean="0"/>
              <a:t>Test Case Development </a:t>
            </a:r>
          </a:p>
          <a:p>
            <a:r>
              <a:rPr lang="en-US" dirty="0" smtClean="0"/>
              <a:t>Test Environment Setup </a:t>
            </a:r>
          </a:p>
          <a:p>
            <a:r>
              <a:rPr lang="en-US" dirty="0" smtClean="0"/>
              <a:t>Test Execution </a:t>
            </a:r>
          </a:p>
          <a:p>
            <a:r>
              <a:rPr lang="en-US" dirty="0" smtClean="0"/>
              <a:t>Test Closure</a:t>
            </a:r>
          </a:p>
          <a:p>
            <a:endParaRPr lang="en-US" dirty="0"/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3857628"/>
            <a:ext cx="4286280" cy="2381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STLC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Visual Flow</a:t>
            </a:r>
          </a:p>
          <a:p>
            <a:pPr>
              <a:buNone/>
            </a:pPr>
            <a:r>
              <a:rPr lang="en-US" dirty="0" smtClean="0"/>
              <a:t>    Requirements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Planning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Test Cases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Environment Setup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Execution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Closure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Verification </a:t>
            </a:r>
            <a:r>
              <a:rPr lang="en-US" dirty="0" err="1" smtClean="0"/>
              <a:t>vs</a:t>
            </a:r>
            <a:r>
              <a:rPr lang="en-US" dirty="0" smtClean="0"/>
              <a:t> Validation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214554"/>
            <a:ext cx="631507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Principles of Software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Seven </a:t>
            </a:r>
            <a:r>
              <a:rPr lang="en-US" b="1" dirty="0" smtClean="0"/>
              <a:t>Principles</a:t>
            </a:r>
          </a:p>
          <a:p>
            <a:r>
              <a:rPr lang="en-US" dirty="0" smtClean="0"/>
              <a:t>Testing shows presence of defects </a:t>
            </a:r>
          </a:p>
          <a:p>
            <a:r>
              <a:rPr lang="en-US" dirty="0" smtClean="0"/>
              <a:t>Exhaustive testing is impossible </a:t>
            </a:r>
          </a:p>
          <a:p>
            <a:r>
              <a:rPr lang="en-US" dirty="0" smtClean="0"/>
              <a:t>Early testing saves cost </a:t>
            </a:r>
          </a:p>
          <a:p>
            <a:r>
              <a:rPr lang="en-US" dirty="0" smtClean="0"/>
              <a:t>Defects cluster together </a:t>
            </a:r>
          </a:p>
          <a:p>
            <a:r>
              <a:rPr lang="en-US" dirty="0" smtClean="0"/>
              <a:t>Pesticide paradox </a:t>
            </a:r>
          </a:p>
          <a:p>
            <a:r>
              <a:rPr lang="en-US" dirty="0" smtClean="0"/>
              <a:t>Context dependent </a:t>
            </a:r>
          </a:p>
          <a:p>
            <a:r>
              <a:rPr lang="en-US" dirty="0" smtClean="0"/>
              <a:t>Absence of errors fallacy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Testing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Four Levels</a:t>
            </a:r>
          </a:p>
          <a:p>
            <a:r>
              <a:rPr lang="en-US" dirty="0" smtClean="0"/>
              <a:t>Unit Testing </a:t>
            </a:r>
          </a:p>
          <a:p>
            <a:r>
              <a:rPr lang="en-US" dirty="0" smtClean="0"/>
              <a:t>Integration Testing </a:t>
            </a:r>
          </a:p>
          <a:p>
            <a:r>
              <a:rPr lang="en-US" dirty="0" smtClean="0"/>
              <a:t>System Testing </a:t>
            </a:r>
          </a:p>
          <a:p>
            <a:r>
              <a:rPr lang="en-US" dirty="0" smtClean="0"/>
              <a:t>Acceptance Testing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Testing individual modules or components.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Early defect detection </a:t>
            </a:r>
          </a:p>
          <a:p>
            <a:r>
              <a:rPr lang="en-US" dirty="0" smtClean="0"/>
              <a:t>Easier debugging </a:t>
            </a:r>
          </a:p>
          <a:p>
            <a:r>
              <a:rPr lang="en-US" dirty="0" smtClean="0"/>
              <a:t>Faster development 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Login function testing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Verify interaction between modules.</a:t>
            </a:r>
          </a:p>
          <a:p>
            <a:r>
              <a:rPr lang="en-US" b="1" dirty="0" smtClean="0"/>
              <a:t>Types</a:t>
            </a:r>
          </a:p>
          <a:p>
            <a:r>
              <a:rPr lang="en-US" dirty="0" smtClean="0"/>
              <a:t>Top-Down </a:t>
            </a:r>
          </a:p>
          <a:p>
            <a:r>
              <a:rPr lang="en-US" dirty="0" smtClean="0"/>
              <a:t>Bottom-Up </a:t>
            </a:r>
          </a:p>
          <a:p>
            <a:r>
              <a:rPr lang="en-US" dirty="0" smtClean="0"/>
              <a:t>Big Bang 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Login module connected with database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Testing complete integrated application.</a:t>
            </a:r>
          </a:p>
          <a:p>
            <a:r>
              <a:rPr lang="en-US" b="1" dirty="0" smtClean="0"/>
              <a:t>Focus Areas</a:t>
            </a:r>
          </a:p>
          <a:p>
            <a:r>
              <a:rPr lang="en-US" dirty="0" smtClean="0"/>
              <a:t>Functional </a:t>
            </a:r>
          </a:p>
          <a:p>
            <a:r>
              <a:rPr lang="en-US" dirty="0" smtClean="0"/>
              <a:t>Performance </a:t>
            </a:r>
          </a:p>
          <a:p>
            <a:r>
              <a:rPr lang="en-US" dirty="0" smtClean="0"/>
              <a:t>Security </a:t>
            </a:r>
          </a:p>
          <a:p>
            <a:r>
              <a:rPr lang="en-US" dirty="0" smtClean="0"/>
              <a:t>Usability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Acceptance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Validate business requirements.</a:t>
            </a:r>
          </a:p>
          <a:p>
            <a:r>
              <a:rPr lang="en-US" b="1" dirty="0" smtClean="0"/>
              <a:t>Types</a:t>
            </a:r>
          </a:p>
          <a:p>
            <a:r>
              <a:rPr lang="en-US" dirty="0" smtClean="0"/>
              <a:t>Alpha Testing </a:t>
            </a:r>
          </a:p>
          <a:p>
            <a:r>
              <a:rPr lang="en-US" dirty="0" smtClean="0"/>
              <a:t>Beta Testing </a:t>
            </a:r>
          </a:p>
          <a:p>
            <a:r>
              <a:rPr lang="en-US" b="1" dirty="0" smtClean="0"/>
              <a:t>Performed By</a:t>
            </a:r>
          </a:p>
          <a:p>
            <a:r>
              <a:rPr lang="en-US" dirty="0" smtClean="0"/>
              <a:t>Clients </a:t>
            </a:r>
          </a:p>
          <a:p>
            <a:r>
              <a:rPr lang="en-US" dirty="0" smtClean="0"/>
              <a:t>End Users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Categories</a:t>
            </a:r>
          </a:p>
          <a:p>
            <a:r>
              <a:rPr lang="en-US" dirty="0" smtClean="0"/>
              <a:t>Functional Testing </a:t>
            </a:r>
          </a:p>
          <a:p>
            <a:r>
              <a:rPr lang="en-US" dirty="0" smtClean="0"/>
              <a:t>Non-Functional Testing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hecks</a:t>
            </a:r>
            <a:endParaRPr lang="en-US" b="1" dirty="0" smtClean="0"/>
          </a:p>
          <a:p>
            <a:r>
              <a:rPr lang="en-US" dirty="0" smtClean="0"/>
              <a:t>Features </a:t>
            </a:r>
          </a:p>
          <a:p>
            <a:r>
              <a:rPr lang="en-US" dirty="0" smtClean="0"/>
              <a:t>Business Requirements </a:t>
            </a:r>
          </a:p>
          <a:p>
            <a:r>
              <a:rPr lang="en-US" dirty="0" smtClean="0"/>
              <a:t>Inputs &amp; Outputs </a:t>
            </a:r>
          </a:p>
          <a:p>
            <a:r>
              <a:rPr lang="en-US" b="1" dirty="0" smtClean="0"/>
              <a:t>Examples</a:t>
            </a:r>
          </a:p>
          <a:p>
            <a:r>
              <a:rPr lang="en-US" dirty="0" smtClean="0"/>
              <a:t>Login </a:t>
            </a:r>
          </a:p>
          <a:p>
            <a:r>
              <a:rPr lang="en-US" dirty="0" smtClean="0"/>
              <a:t>Registration </a:t>
            </a:r>
          </a:p>
          <a:p>
            <a:r>
              <a:rPr lang="en-US" dirty="0" smtClean="0"/>
              <a:t>Payment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- Functional </a:t>
            </a:r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Evaluates</a:t>
            </a:r>
          </a:p>
          <a:p>
            <a:r>
              <a:rPr lang="en-US" dirty="0" smtClean="0"/>
              <a:t>Performance </a:t>
            </a:r>
          </a:p>
          <a:p>
            <a:r>
              <a:rPr lang="en-US" dirty="0" smtClean="0"/>
              <a:t>Security </a:t>
            </a:r>
          </a:p>
          <a:p>
            <a:r>
              <a:rPr lang="en-US" dirty="0" smtClean="0"/>
              <a:t>Scalability </a:t>
            </a:r>
          </a:p>
          <a:p>
            <a:r>
              <a:rPr lang="en-US" dirty="0" smtClean="0"/>
              <a:t>Reliability </a:t>
            </a:r>
          </a:p>
          <a:p>
            <a:r>
              <a:rPr lang="en-US" dirty="0" smtClean="0"/>
              <a:t>Usability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Black Box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Characteristics</a:t>
            </a:r>
          </a:p>
          <a:p>
            <a:r>
              <a:rPr lang="en-US" dirty="0" smtClean="0"/>
              <a:t>No knowledge of internal code </a:t>
            </a:r>
          </a:p>
          <a:p>
            <a:r>
              <a:rPr lang="en-US" dirty="0" smtClean="0"/>
              <a:t>Focus on functionality </a:t>
            </a:r>
          </a:p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User perspective </a:t>
            </a:r>
          </a:p>
          <a:p>
            <a:r>
              <a:rPr lang="en-US" dirty="0" smtClean="0"/>
              <a:t>Independent testing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Box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Characteristics</a:t>
            </a:r>
          </a:p>
          <a:p>
            <a:r>
              <a:rPr lang="en-US" dirty="0" smtClean="0"/>
              <a:t>Knowledge of source code </a:t>
            </a:r>
          </a:p>
          <a:p>
            <a:r>
              <a:rPr lang="en-US" dirty="0" smtClean="0"/>
              <a:t>Internal logic testing </a:t>
            </a:r>
          </a:p>
          <a:p>
            <a:r>
              <a:rPr lang="en-US" b="1" dirty="0" smtClean="0"/>
              <a:t>Techniques</a:t>
            </a:r>
          </a:p>
          <a:p>
            <a:r>
              <a:rPr lang="en-US" dirty="0" smtClean="0"/>
              <a:t>Statement Coverage </a:t>
            </a:r>
          </a:p>
          <a:p>
            <a:r>
              <a:rPr lang="en-US" dirty="0" smtClean="0"/>
              <a:t>Branch Coverage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Gray Box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Characteristics</a:t>
            </a:r>
          </a:p>
          <a:p>
            <a:r>
              <a:rPr lang="en-US" dirty="0" smtClean="0"/>
              <a:t>Partial knowledge of code </a:t>
            </a:r>
          </a:p>
          <a:p>
            <a:r>
              <a:rPr lang="en-US" b="1" dirty="0" smtClean="0"/>
              <a:t>Benefits</a:t>
            </a:r>
          </a:p>
          <a:p>
            <a:r>
              <a:rPr lang="en-US" dirty="0" smtClean="0"/>
              <a:t>Better coverage </a:t>
            </a:r>
          </a:p>
          <a:p>
            <a:r>
              <a:rPr lang="en-US" dirty="0" smtClean="0"/>
              <a:t>Improved defect detection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Manual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Testing performed without automation </a:t>
            </a:r>
            <a:r>
              <a:rPr lang="en-US" dirty="0" smtClean="0"/>
              <a:t>tools and requires human intervention .</a:t>
            </a:r>
            <a:endParaRPr lang="en-US" dirty="0" smtClean="0"/>
          </a:p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Human observation </a:t>
            </a:r>
          </a:p>
          <a:p>
            <a:r>
              <a:rPr lang="en-US" dirty="0" smtClean="0"/>
              <a:t>Exploratory testing </a:t>
            </a:r>
          </a:p>
          <a:p>
            <a:r>
              <a:rPr lang="en-US" dirty="0" smtClean="0"/>
              <a:t>Usability evaluation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Automation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Testing performed using scripts and tools.</a:t>
            </a:r>
          </a:p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Faster execution </a:t>
            </a:r>
          </a:p>
          <a:p>
            <a:r>
              <a:rPr lang="en-US" dirty="0" smtClean="0"/>
              <a:t>Reusable scripts </a:t>
            </a:r>
          </a:p>
          <a:p>
            <a:r>
              <a:rPr lang="en-US" dirty="0" smtClean="0"/>
              <a:t>Better coverage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Test Case in Software Testing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A set of conditions to verify software functionality.</a:t>
            </a:r>
          </a:p>
          <a:p>
            <a:r>
              <a:rPr lang="en-US" b="1" dirty="0" smtClean="0"/>
              <a:t>Components</a:t>
            </a:r>
          </a:p>
          <a:p>
            <a:r>
              <a:rPr lang="en-US" dirty="0" smtClean="0"/>
              <a:t>Test Case ID </a:t>
            </a:r>
          </a:p>
          <a:p>
            <a:r>
              <a:rPr lang="en-US" dirty="0" smtClean="0"/>
              <a:t>Scenario </a:t>
            </a:r>
          </a:p>
          <a:p>
            <a:r>
              <a:rPr lang="en-US" dirty="0" smtClean="0"/>
              <a:t>Preconditions </a:t>
            </a:r>
          </a:p>
          <a:p>
            <a:r>
              <a:rPr lang="en-US" dirty="0" smtClean="0"/>
              <a:t>Steps </a:t>
            </a:r>
          </a:p>
          <a:p>
            <a:r>
              <a:rPr lang="en-US" dirty="0" smtClean="0"/>
              <a:t>Expected Result </a:t>
            </a:r>
          </a:p>
          <a:p>
            <a:r>
              <a:rPr lang="en-US" dirty="0" smtClean="0"/>
              <a:t>Actual Result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Test Case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714488"/>
            <a:ext cx="6331011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Defect </a:t>
            </a:r>
            <a:r>
              <a:rPr lang="en-US" dirty="0" smtClean="0"/>
              <a:t>( Bug ) and Error Life </a:t>
            </a:r>
            <a:r>
              <a:rPr lang="en-US" dirty="0" smtClean="0"/>
              <a:t>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Stages</a:t>
            </a:r>
          </a:p>
          <a:p>
            <a:r>
              <a:rPr lang="en-US" dirty="0" smtClean="0"/>
              <a:t>New</a:t>
            </a:r>
            <a:br>
              <a:rPr lang="en-US" dirty="0" smtClean="0"/>
            </a:br>
            <a:r>
              <a:rPr lang="en-US" dirty="0" smtClean="0"/>
              <a:t>→ Assigned</a:t>
            </a:r>
            <a:br>
              <a:rPr lang="en-US" dirty="0" smtClean="0"/>
            </a:br>
            <a:r>
              <a:rPr lang="en-US" dirty="0" smtClean="0"/>
              <a:t>→ Open</a:t>
            </a:r>
            <a:br>
              <a:rPr lang="en-US" dirty="0" smtClean="0"/>
            </a:br>
            <a:r>
              <a:rPr lang="en-US" dirty="0" smtClean="0"/>
              <a:t>→ Fixed</a:t>
            </a:r>
            <a:br>
              <a:rPr lang="en-US" dirty="0" smtClean="0"/>
            </a:br>
            <a:r>
              <a:rPr lang="en-US" dirty="0" smtClean="0"/>
              <a:t>→ Retest</a:t>
            </a:r>
            <a:br>
              <a:rPr lang="en-US" dirty="0" smtClean="0"/>
            </a:br>
            <a:r>
              <a:rPr lang="en-US" dirty="0" smtClean="0"/>
              <a:t>→ Closed</a:t>
            </a:r>
          </a:p>
          <a:p>
            <a:r>
              <a:rPr lang="en-US" b="1" dirty="0" smtClean="0"/>
              <a:t>Alternate Path</a:t>
            </a:r>
          </a:p>
          <a:p>
            <a:r>
              <a:rPr lang="en-US" dirty="0" smtClean="0"/>
              <a:t>→ Reopened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Severity </a:t>
            </a:r>
            <a:r>
              <a:rPr lang="en-US" dirty="0" err="1" smtClean="0"/>
              <a:t>vs</a:t>
            </a:r>
            <a:r>
              <a:rPr lang="en-US" dirty="0" smtClean="0"/>
              <a:t> Priority</a:t>
            </a:r>
            <a:endParaRPr lang="en-US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928802"/>
            <a:ext cx="532447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Test </a:t>
            </a:r>
            <a:r>
              <a:rPr lang="en-US" dirty="0" smtClean="0"/>
              <a:t>Metrics or </a:t>
            </a:r>
            <a:r>
              <a:rPr lang="en-US" dirty="0" err="1" smtClean="0"/>
              <a:t>Datas</a:t>
            </a:r>
            <a:r>
              <a:rPr lang="en-US" dirty="0" smtClean="0"/>
              <a:t> ( information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Metrics</a:t>
            </a:r>
          </a:p>
          <a:p>
            <a:r>
              <a:rPr lang="en-US" dirty="0" smtClean="0"/>
              <a:t>Test Cases Executed </a:t>
            </a:r>
          </a:p>
          <a:p>
            <a:r>
              <a:rPr lang="en-US" dirty="0" smtClean="0"/>
              <a:t>Pass Percentage </a:t>
            </a:r>
          </a:p>
          <a:p>
            <a:r>
              <a:rPr lang="en-US" dirty="0" smtClean="0"/>
              <a:t>Fail Percentage </a:t>
            </a:r>
          </a:p>
          <a:p>
            <a:r>
              <a:rPr lang="en-US" dirty="0" smtClean="0"/>
              <a:t>Defect Density </a:t>
            </a:r>
          </a:p>
          <a:p>
            <a:r>
              <a:rPr lang="en-US" dirty="0" smtClean="0"/>
              <a:t>Defect Leakage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Popular Testing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Manual Testing</a:t>
            </a:r>
          </a:p>
          <a:p>
            <a:r>
              <a:rPr lang="en-US" dirty="0" smtClean="0"/>
              <a:t>Test Management Tools </a:t>
            </a:r>
          </a:p>
          <a:p>
            <a:r>
              <a:rPr lang="en-US" dirty="0" smtClean="0"/>
              <a:t>Bug Tracking Tools </a:t>
            </a:r>
          </a:p>
          <a:p>
            <a:r>
              <a:rPr lang="en-US" b="1" dirty="0" smtClean="0"/>
              <a:t>Automation Testing</a:t>
            </a:r>
          </a:p>
          <a:p>
            <a:r>
              <a:rPr lang="en-US" dirty="0" smtClean="0"/>
              <a:t>Selenium </a:t>
            </a:r>
          </a:p>
          <a:p>
            <a:r>
              <a:rPr lang="en-US" dirty="0" smtClean="0"/>
              <a:t>Playwright </a:t>
            </a:r>
          </a:p>
          <a:p>
            <a:r>
              <a:rPr lang="en-US" dirty="0" smtClean="0"/>
              <a:t>Cypress </a:t>
            </a:r>
          </a:p>
          <a:p>
            <a:r>
              <a:rPr lang="en-US" dirty="0" err="1" smtClean="0"/>
              <a:t>JMeter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Career Opportunities in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Roles</a:t>
            </a:r>
          </a:p>
          <a:p>
            <a:r>
              <a:rPr lang="en-US" dirty="0" smtClean="0"/>
              <a:t>QA Engineer </a:t>
            </a:r>
          </a:p>
          <a:p>
            <a:r>
              <a:rPr lang="en-US" dirty="0" smtClean="0"/>
              <a:t>Software Tester </a:t>
            </a:r>
          </a:p>
          <a:p>
            <a:r>
              <a:rPr lang="en-US" dirty="0" smtClean="0"/>
              <a:t>Automation Tester </a:t>
            </a:r>
          </a:p>
          <a:p>
            <a:r>
              <a:rPr lang="en-US" dirty="0" smtClean="0"/>
              <a:t>Performance Tester </a:t>
            </a:r>
          </a:p>
          <a:p>
            <a:r>
              <a:rPr lang="en-US" dirty="0" smtClean="0"/>
              <a:t>Test Lead </a:t>
            </a:r>
          </a:p>
          <a:p>
            <a:r>
              <a:rPr lang="en-US" dirty="0" smtClean="0"/>
              <a:t>QA Manager </a:t>
            </a:r>
          </a:p>
          <a:p>
            <a:r>
              <a:rPr lang="en-US" b="1" dirty="0" smtClean="0"/>
              <a:t>Skills Required</a:t>
            </a:r>
          </a:p>
          <a:p>
            <a:r>
              <a:rPr lang="en-US" dirty="0" smtClean="0"/>
              <a:t>Analytical Thinking </a:t>
            </a:r>
          </a:p>
          <a:p>
            <a:r>
              <a:rPr lang="en-US" dirty="0" smtClean="0"/>
              <a:t>SDLC Knowledge </a:t>
            </a:r>
          </a:p>
          <a:p>
            <a:r>
              <a:rPr lang="en-US" dirty="0" smtClean="0"/>
              <a:t>Test Design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2826133"/>
            <a:ext cx="5072098" cy="2103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&amp; Q&amp;A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Key Takeaways</a:t>
            </a:r>
          </a:p>
          <a:p>
            <a:r>
              <a:rPr lang="en-US" dirty="0" smtClean="0"/>
              <a:t>✔ Software Testing ensures quality</a:t>
            </a:r>
          </a:p>
          <a:p>
            <a:r>
              <a:rPr lang="en-US" dirty="0" smtClean="0"/>
              <a:t>✔ Testing reduces risk</a:t>
            </a:r>
          </a:p>
          <a:p>
            <a:r>
              <a:rPr lang="en-US" dirty="0" smtClean="0"/>
              <a:t>✔ STLC guides testing activities</a:t>
            </a:r>
          </a:p>
          <a:p>
            <a:r>
              <a:rPr lang="en-US" dirty="0" smtClean="0"/>
              <a:t>✔ Different testing levels find different defects</a:t>
            </a:r>
          </a:p>
          <a:p>
            <a:r>
              <a:rPr lang="en-US" dirty="0" smtClean="0"/>
              <a:t>✔ Automation improves efficiency</a:t>
            </a:r>
          </a:p>
          <a:p>
            <a:r>
              <a:rPr lang="en-US" b="1" dirty="0" smtClean="0"/>
              <a:t>THANK YOU</a:t>
            </a:r>
          </a:p>
          <a:p>
            <a:r>
              <a:rPr lang="en-US" b="1" dirty="0" smtClean="0"/>
              <a:t>Questions &amp; Discussion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https://www.google.com/search?q=software+testing+tutorial&amp;rlz=1C1CHBD_enIN1039IN1039&amp;oq=software+&amp;</a:t>
            </a:r>
            <a:r>
              <a:rPr lang="en-US" dirty="0" smtClean="0"/>
              <a:t>gs_lcrp=EgZjaHJvbWUqDggAEEUYJxg7GIAEGIoFMg4IABBFGCcYOxiABBiKBTIKCAEQABixAxiABDIKCAIQABixAxiABDIKCAMQABixAxiABDIKCAQQABixAxiABDIHCAUQABiABDIKCAYQABixAxiABDIHCAcQABiABDIHCAgQABiABDIHCAkQABiPAtIBCTM3NDBqMGoxNagCCLACAfEFpPWunjduXhk&amp;sourceid=chrome&amp;ie=UTF-8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smtClean="0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23</TotalTime>
  <Words>550</Words>
  <Application>Microsoft Office PowerPoint</Application>
  <PresentationFormat>On-screen Show (4:3)</PresentationFormat>
  <Paragraphs>211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Technic</vt:lpstr>
      <vt:lpstr>SOFTWARE TESTING BY ELYSIUM ACADEMY</vt:lpstr>
      <vt:lpstr>What is Software Testing ?</vt:lpstr>
      <vt:lpstr>Why Software Testing is Important ?</vt:lpstr>
      <vt:lpstr>Software Development Life Cycle ( SDLC )</vt:lpstr>
      <vt:lpstr>Testing in SDLC</vt:lpstr>
      <vt:lpstr>Software Testing Life Cycle ( STLC )</vt:lpstr>
      <vt:lpstr>STLC Flow Diagram</vt:lpstr>
      <vt:lpstr>Verification vs Validation</vt:lpstr>
      <vt:lpstr>Principles of Software Testing</vt:lpstr>
      <vt:lpstr>Levels of Testing Overview</vt:lpstr>
      <vt:lpstr>Unit Testing</vt:lpstr>
      <vt:lpstr>Integration Testing</vt:lpstr>
      <vt:lpstr>System Testing</vt:lpstr>
      <vt:lpstr>Acceptance Testing</vt:lpstr>
      <vt:lpstr>Types of Testing</vt:lpstr>
      <vt:lpstr>Functional Testing</vt:lpstr>
      <vt:lpstr>Non - Functional Testing</vt:lpstr>
      <vt:lpstr>Black Box Testing</vt:lpstr>
      <vt:lpstr>White Box Testing</vt:lpstr>
      <vt:lpstr>Gray Box Testing</vt:lpstr>
      <vt:lpstr>Manual Testing</vt:lpstr>
      <vt:lpstr>Automation Testing</vt:lpstr>
      <vt:lpstr>What is Test Case in Software Testing ?</vt:lpstr>
      <vt:lpstr>Sample Test Case</vt:lpstr>
      <vt:lpstr>Defect ( Bug ) and Error Life Cycle</vt:lpstr>
      <vt:lpstr>Severity vs Priority</vt:lpstr>
      <vt:lpstr>Test Metrics or Datas ( information )</vt:lpstr>
      <vt:lpstr>Popular Testing Tools</vt:lpstr>
      <vt:lpstr>Career Opportunities in Testing</vt:lpstr>
      <vt:lpstr>Summary &amp; Q&amp;A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109</cp:revision>
  <dcterms:created xsi:type="dcterms:W3CDTF">2026-06-11T08:57:07Z</dcterms:created>
  <dcterms:modified xsi:type="dcterms:W3CDTF">2026-06-11T09:20:46Z</dcterms:modified>
</cp:coreProperties>
</file>