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6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49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59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3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91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2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66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29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50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6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14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589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7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101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927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6E75052-8BAE-418D-A463-6B945B509E74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3F48F0E-4E3B-4AA2-8C44-D399D4D1F0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162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5E10-5FD6-4836-9688-C8C5D00ED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DIGITAL MARKETING BY ELYSIUM ACADEMY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A3D7E-62A4-4D83-B527-286A6C798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Future of Online Business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71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2B00-C74A-428E-9156-8054F533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Digital Marketing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B2DB-5937-4049-8E13-5F927F64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Digital Marketing is the promotion of products, services, or brands using digital technologies and online channels such as websites, search engines, social media, email, and mobile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91757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CF0E-5B04-4BD6-BC8E-BE08ABEF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A113A-3DC1-4B6F-9B88-5EBB1FB6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Traditional vs Digital Marketing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C9B18-E209-4C64-AD0E-A93F1E58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05" y="2641953"/>
            <a:ext cx="52197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8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FF60-87BB-4A18-80D0-852B14F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Digital Marketing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1B63-99A1-470A-93E3-0DB42BA3C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Global audience reach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Cost-effective promotion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Measurable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customer targeting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engagement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conversion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27204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A0BB-B3BA-4F35-88F6-F93CE2F2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Marketing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D028B-42B5-4F96-844F-0ACF3A09C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Main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Media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 Marketing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Marketing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PPC Advertising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Marketing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13206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52E8-BFEC-45FA-BDEF-3E9D5515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Marketing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7921-B754-483F-B46A-4C9D5D992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Popular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Search Engines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Social Media Platforms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Video Platforms</a:t>
            </a:r>
          </a:p>
        </p:txBody>
      </p:sp>
    </p:spTree>
    <p:extLst>
      <p:ext uri="{BB962C8B-B14F-4D97-AF65-F5344CB8AC3E}">
        <p14:creationId xmlns:p14="http://schemas.microsoft.com/office/powerpoint/2010/main" val="44498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6EFD-0B3D-4BC3-BF57-E87FD7F8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Marketing Funnel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9FAE9-829D-44C1-B34A-3F5E9CEB8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Customer Journey</a:t>
            </a:r>
          </a:p>
          <a:p>
            <a:r>
              <a:rPr lang="en-US" dirty="0"/>
              <a:t>Awareness → Interest → Consideration → Conversion → Loyalty</a:t>
            </a:r>
          </a:p>
        </p:txBody>
      </p:sp>
    </p:spTree>
    <p:extLst>
      <p:ext uri="{BB962C8B-B14F-4D97-AF65-F5344CB8AC3E}">
        <p14:creationId xmlns:p14="http://schemas.microsoft.com/office/powerpoint/2010/main" val="2319031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B3CD-B49D-4DDE-BB86-329A4422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 Engine Optimization (SEO)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A6FAB-D5DF-46EE-ADB8-5CBBAB84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SEO ?</a:t>
            </a:r>
          </a:p>
          <a:p>
            <a:r>
              <a:rPr lang="en-US" dirty="0"/>
              <a:t>SEO improves website visibility in search engine results to attract organic traffic. </a:t>
            </a:r>
          </a:p>
        </p:txBody>
      </p:sp>
    </p:spTree>
    <p:extLst>
      <p:ext uri="{BB962C8B-B14F-4D97-AF65-F5344CB8AC3E}">
        <p14:creationId xmlns:p14="http://schemas.microsoft.com/office/powerpoint/2010/main" val="186955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0D76-58CC-4E7A-BEEA-46FEF726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SEO / SEARCH ENGINE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FE90E-9529-45CC-AE3A-35C1B72DC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SEO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On-Page SEO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Off-Page SEO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Technical SEO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Local SEO</a:t>
            </a:r>
          </a:p>
        </p:txBody>
      </p:sp>
    </p:spTree>
    <p:extLst>
      <p:ext uri="{BB962C8B-B14F-4D97-AF65-F5344CB8AC3E}">
        <p14:creationId xmlns:p14="http://schemas.microsoft.com/office/powerpoint/2010/main" val="2899154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2DC5-E9C4-4EC4-8167-6B95073D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7FD47-CFEB-49A4-AF89-C970F622B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Importance of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intent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rankings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conversions</a:t>
            </a:r>
          </a:p>
        </p:txBody>
      </p:sp>
    </p:spTree>
    <p:extLst>
      <p:ext uri="{BB962C8B-B14F-4D97-AF65-F5344CB8AC3E}">
        <p14:creationId xmlns:p14="http://schemas.microsoft.com/office/powerpoint/2010/main" val="170491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A64F-0DE0-4617-BB94-0258791C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E038-619B-4B5E-B0D8-5B78A964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is Content Marketing?</a:t>
            </a:r>
          </a:p>
          <a:p>
            <a:r>
              <a:rPr lang="en-US" dirty="0"/>
              <a:t>Creating valuable and relevant content to attract and engage audiences. </a:t>
            </a:r>
          </a:p>
          <a:p>
            <a:r>
              <a:rPr lang="en-US" b="1" dirty="0"/>
              <a:t>Content Types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Infographics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E-books</a:t>
            </a:r>
          </a:p>
        </p:txBody>
      </p:sp>
    </p:spTree>
    <p:extLst>
      <p:ext uri="{BB962C8B-B14F-4D97-AF65-F5344CB8AC3E}">
        <p14:creationId xmlns:p14="http://schemas.microsoft.com/office/powerpoint/2010/main" val="221437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B16C-B889-41AF-8538-6612858B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Media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1B927-D7A0-42D6-A8BA-FBB26B42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Overview</a:t>
            </a:r>
          </a:p>
          <a:p>
            <a:r>
              <a:rPr lang="en-US" dirty="0"/>
              <a:t>Using social platforms to promote brands and interact with audiences. </a:t>
            </a:r>
          </a:p>
          <a:p>
            <a:r>
              <a:rPr lang="en-US" b="1" dirty="0"/>
              <a:t>Platforms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LinkedIn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YouTube</a:t>
            </a:r>
          </a:p>
        </p:txBody>
      </p:sp>
    </p:spTree>
    <p:extLst>
      <p:ext uri="{BB962C8B-B14F-4D97-AF65-F5344CB8AC3E}">
        <p14:creationId xmlns:p14="http://schemas.microsoft.com/office/powerpoint/2010/main" val="104470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EA58-83DF-482D-9DED-DC4CCF42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Social Media Marketing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D3CBD9-705A-4679-9508-DA4C321BD8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616270"/>
            <a:ext cx="27655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Brand Awareness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Traffic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Support </a:t>
            </a:r>
          </a:p>
        </p:txBody>
      </p:sp>
    </p:spTree>
    <p:extLst>
      <p:ext uri="{BB962C8B-B14F-4D97-AF65-F5344CB8AC3E}">
        <p14:creationId xmlns:p14="http://schemas.microsoft.com/office/powerpoint/2010/main" val="3892110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2B55-2C70-474C-A314-B60092F2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Email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0746-B114-4AA1-82E0-1BF27151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Email Marketing?</a:t>
            </a:r>
          </a:p>
          <a:p>
            <a:r>
              <a:rPr lang="en-US" dirty="0"/>
              <a:t>Sending targeted emails to customers for communication and promotion. </a:t>
            </a:r>
          </a:p>
        </p:txBody>
      </p:sp>
    </p:spTree>
    <p:extLst>
      <p:ext uri="{BB962C8B-B14F-4D97-AF65-F5344CB8AC3E}">
        <p14:creationId xmlns:p14="http://schemas.microsoft.com/office/powerpoint/2010/main" val="185239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C59F-C81B-46C6-9FB0-87030FE8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Email Marketing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B0E9DA-6FAC-46A1-A5BC-941349DB6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616270"/>
            <a:ext cx="232954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Email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Segment Audience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 Campaign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Results </a:t>
            </a:r>
          </a:p>
        </p:txBody>
      </p:sp>
    </p:spTree>
    <p:extLst>
      <p:ext uri="{BB962C8B-B14F-4D97-AF65-F5344CB8AC3E}">
        <p14:creationId xmlns:p14="http://schemas.microsoft.com/office/powerpoint/2010/main" val="3059728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E1BB-53B2-40F0-AB28-93BC92B7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Pay-Per-Click ( PPC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9400-EFC2-4CCE-A9B0-D1290745D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PPC Advertising</a:t>
            </a:r>
          </a:p>
          <a:p>
            <a:r>
              <a:rPr lang="en-US" dirty="0"/>
              <a:t>Advertisers pay when users click on ads. </a:t>
            </a:r>
          </a:p>
          <a:p>
            <a:r>
              <a:rPr lang="en-US" b="1" dirty="0"/>
              <a:t>Advantages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Instant visibility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traffic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Targeted audience</a:t>
            </a:r>
          </a:p>
        </p:txBody>
      </p:sp>
    </p:spTree>
    <p:extLst>
      <p:ext uri="{BB962C8B-B14F-4D97-AF65-F5344CB8AC3E}">
        <p14:creationId xmlns:p14="http://schemas.microsoft.com/office/powerpoint/2010/main" val="1771267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E46D-D7B5-49F1-A976-7F9F5AF8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Advertising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4293-211B-40A5-89B9-6D29889F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Banner &amp; Display 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advertisements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 placements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Brand awareness campaigns</a:t>
            </a:r>
          </a:p>
        </p:txBody>
      </p:sp>
    </p:spTree>
    <p:extLst>
      <p:ext uri="{BB962C8B-B14F-4D97-AF65-F5344CB8AC3E}">
        <p14:creationId xmlns:p14="http://schemas.microsoft.com/office/powerpoint/2010/main" val="70073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D7A5-7CF3-4DE5-A9A6-151BAA05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Mobile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C2C7-6281-4CA8-8222-0267D0626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Marketing on Mobile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SMS Marketing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 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Mobile-Friendly Websites</a:t>
            </a:r>
          </a:p>
        </p:txBody>
      </p:sp>
    </p:spTree>
    <p:extLst>
      <p:ext uri="{BB962C8B-B14F-4D97-AF65-F5344CB8AC3E}">
        <p14:creationId xmlns:p14="http://schemas.microsoft.com/office/powerpoint/2010/main" val="3050111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CBB1-19BF-46F4-A313-98A1D2DC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8BA2-EB58-4C44-8B9A-C81C7CADC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of Video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Tutorials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Demos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Testimonials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Shorts / Reels</a:t>
            </a:r>
          </a:p>
        </p:txBody>
      </p:sp>
    </p:spTree>
    <p:extLst>
      <p:ext uri="{BB962C8B-B14F-4D97-AF65-F5344CB8AC3E}">
        <p14:creationId xmlns:p14="http://schemas.microsoft.com/office/powerpoint/2010/main" val="220154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ED50-4BBC-4F18-BCD0-3E45D35D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Influencer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A971-53C4-4004-9F1B-7E8AAF189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Working with Influencers</a:t>
            </a:r>
          </a:p>
          <a:p>
            <a:r>
              <a:rPr lang="en-US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Trust Building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Wider Reach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Engagement</a:t>
            </a:r>
          </a:p>
        </p:txBody>
      </p:sp>
    </p:spTree>
    <p:extLst>
      <p:ext uri="{BB962C8B-B14F-4D97-AF65-F5344CB8AC3E}">
        <p14:creationId xmlns:p14="http://schemas.microsoft.com/office/powerpoint/2010/main" val="1852186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353F-B3C1-424A-BBF3-57D43806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Affiliate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CA70-35DB-4F4E-83C3-31FDCCF10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Performance-Based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Affiliates promote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Earn commission per sale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Cost-effective strategy </a:t>
            </a:r>
          </a:p>
        </p:txBody>
      </p:sp>
    </p:spTree>
    <p:extLst>
      <p:ext uri="{BB962C8B-B14F-4D97-AF65-F5344CB8AC3E}">
        <p14:creationId xmlns:p14="http://schemas.microsoft.com/office/powerpoint/2010/main" val="1384684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A0E3-662C-4253-B11F-0E4B80EF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79A9-0915-49B1-A794-0D4D210A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Lead?</a:t>
            </a:r>
          </a:p>
          <a:p>
            <a:r>
              <a:rPr lang="en-US" dirty="0"/>
              <a:t>A potential customer interested in a product or service.</a:t>
            </a:r>
          </a:p>
          <a:p>
            <a:r>
              <a:rPr lang="en-US" b="1" dirty="0"/>
              <a:t>Lead Sources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Media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Campaigns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949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3237-555E-4166-BFB0-2F1442F1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Conversion Rate Optimization ( CRO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BB191-FA6F-4270-8D57-4F572D1B8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Improving Website Conversions</a:t>
            </a:r>
          </a:p>
          <a:p>
            <a:r>
              <a:rPr lang="en-US" dirty="0"/>
              <a:t>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Landing Pages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CTAs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A/B Testing</a:t>
            </a:r>
          </a:p>
        </p:txBody>
      </p:sp>
    </p:spTree>
    <p:extLst>
      <p:ext uri="{BB962C8B-B14F-4D97-AF65-F5344CB8AC3E}">
        <p14:creationId xmlns:p14="http://schemas.microsoft.com/office/powerpoint/2010/main" val="1280263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1A1F-23D4-43EC-81B4-E7E73C923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4F764-4207-4B6B-A797-EDE4E7204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Measuring Performance</a:t>
            </a:r>
          </a:p>
          <a:p>
            <a:r>
              <a:rPr lang="en-US" dirty="0"/>
              <a:t>Important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Visitors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Bounce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Conversion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ROI Return on </a:t>
            </a:r>
            <a:r>
              <a:rPr lang="en-US" dirty="0" err="1"/>
              <a:t>Investement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531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7F89-A1E2-448A-86E2-4F1B88EE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Marketing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FCEA-4F78-4B72-9EC7-921FA6AF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Popular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Analytics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SEO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Media Management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Marketing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Graphic Design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979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7CE8-F073-4076-9A75-BE951D32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Digital Marketing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68B71E-30E7-4539-974F-1B016CBBD2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06512" y="2076082"/>
            <a:ext cx="24449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Cost Effective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 Reach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Targeting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Higher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Business Growth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497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CD3C-E05E-4CC1-9E69-4527DE2C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Digital Marketing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482222-40D4-457F-AE4A-262EDE0E0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2" y="1616270"/>
            <a:ext cx="24320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Competition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Content Saturation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Privacy Regulations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 Fatigue </a:t>
            </a:r>
          </a:p>
        </p:txBody>
      </p:sp>
    </p:spTree>
    <p:extLst>
      <p:ext uri="{BB962C8B-B14F-4D97-AF65-F5344CB8AC3E}">
        <p14:creationId xmlns:p14="http://schemas.microsoft.com/office/powerpoint/2010/main" val="1107117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9F7C-3E1A-4018-A756-2810613B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Opportunities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C3D54D-B8BB-444D-84D0-B3698C7FB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5279" y="2179008"/>
            <a:ext cx="31758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SEO Analyst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Marketing Executive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Social Media Manager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Content Strategist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PPC Specialist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Email Marketer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Marketing Analyst </a:t>
            </a:r>
          </a:p>
        </p:txBody>
      </p:sp>
    </p:spTree>
    <p:extLst>
      <p:ext uri="{BB962C8B-B14F-4D97-AF65-F5344CB8AC3E}">
        <p14:creationId xmlns:p14="http://schemas.microsoft.com/office/powerpoint/2010/main" val="1646780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3518-B1D9-4145-AA5D-04E57F72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DE85B-FFA2-4944-ADF0-6A69B9E7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Emerging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Artificial Intelligence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Voice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Chatbots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Personalization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Video Dominance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- powered marketing</a:t>
            </a:r>
          </a:p>
        </p:txBody>
      </p:sp>
    </p:spTree>
    <p:extLst>
      <p:ext uri="{BB962C8B-B14F-4D97-AF65-F5344CB8AC3E}">
        <p14:creationId xmlns:p14="http://schemas.microsoft.com/office/powerpoint/2010/main" val="533016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1245-665D-4A8C-934F-E15B1EF2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D4967-C25C-43CF-BED3-37BC2584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  <a:p>
            <a:r>
              <a:rPr lang="en-US" dirty="0"/>
              <a:t>✔ Digital marketing is essential for modern businesses.</a:t>
            </a:r>
          </a:p>
          <a:p>
            <a:r>
              <a:rPr lang="en-US" dirty="0"/>
              <a:t>✔ Multiple channels work together to achieve marketing goals.</a:t>
            </a:r>
          </a:p>
          <a:p>
            <a:r>
              <a:rPr lang="en-US" dirty="0"/>
              <a:t>✔ Data and analytics help improve decisions.</a:t>
            </a:r>
          </a:p>
          <a:p>
            <a:r>
              <a:rPr lang="en-US" dirty="0"/>
              <a:t>✔ Continuous learning is necessary due to changing trends.</a:t>
            </a:r>
          </a:p>
          <a:p>
            <a:r>
              <a:rPr lang="en-US" b="1" dirty="0"/>
              <a:t>Thank You</a:t>
            </a:r>
          </a:p>
          <a:p>
            <a:r>
              <a:rPr lang="en-US" b="1" dirty="0"/>
              <a:t>Image 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success / business growth illustration</a:t>
            </a:r>
          </a:p>
        </p:txBody>
      </p:sp>
    </p:spTree>
    <p:extLst>
      <p:ext uri="{BB962C8B-B14F-4D97-AF65-F5344CB8AC3E}">
        <p14:creationId xmlns:p14="http://schemas.microsoft.com/office/powerpoint/2010/main" val="499319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A25F-5940-481F-B5E3-BCE0423E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254C-5F6A-4F41-A1F3-9E249EF30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google.com/search?q=digital+marketing+tutorial&amp;oq=&amp;gs_lcrp=EgZjaHJvbWUqCQgBECMYJxjqAjIJCAAQIxgnGOoCMgkIARAjGCcY6gIyCQgCECMYJxjqAjIJCAMQIxgnGOoCMgkIBBAjGCcY6gIyCQgFECMYJxjqAjIJCAYQIxgnGOoCMgkIBxAjGCcY6gLSAQkxMjU4ajBqMTWoAgiwAgHxBd9HWDeXGFUJ&amp;sourceid=chrome&amp;ie=UTF-8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- https://github.com/Narthana-Elysium</a:t>
            </a:r>
          </a:p>
        </p:txBody>
      </p:sp>
    </p:spTree>
    <p:extLst>
      <p:ext uri="{BB962C8B-B14F-4D97-AF65-F5344CB8AC3E}">
        <p14:creationId xmlns:p14="http://schemas.microsoft.com/office/powerpoint/2010/main" val="261816636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</TotalTime>
  <Words>637</Words>
  <Application>Microsoft Office PowerPoint</Application>
  <PresentationFormat>Widescreen</PresentationFormat>
  <Paragraphs>197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Slice</vt:lpstr>
      <vt:lpstr>DIGITAL MARKETING BY ELYSIUM ACADEMY</vt:lpstr>
      <vt:lpstr>What is Digital Marketing ?</vt:lpstr>
      <vt:lpstr>Evolution of Marketing</vt:lpstr>
      <vt:lpstr>Why Digital Marketing ?</vt:lpstr>
      <vt:lpstr>Digital Marketing Ecosystem</vt:lpstr>
      <vt:lpstr>Digital Marketing Channels</vt:lpstr>
      <vt:lpstr>Digital Marketing Funnel</vt:lpstr>
      <vt:lpstr>Search Engine Optimization (SEO)</vt:lpstr>
      <vt:lpstr>Types of SEO / SEARCH ENGINE Optimization</vt:lpstr>
      <vt:lpstr>Keyword Research</vt:lpstr>
      <vt:lpstr>Content Marketing</vt:lpstr>
      <vt:lpstr>Social Media Marketing</vt:lpstr>
      <vt:lpstr>Benefits of Social Media Marketing</vt:lpstr>
      <vt:lpstr>Email Marketing</vt:lpstr>
      <vt:lpstr>Email Marketing Process</vt:lpstr>
      <vt:lpstr>Pay-Per-Click ( PPC )</vt:lpstr>
      <vt:lpstr>Display Advertising</vt:lpstr>
      <vt:lpstr>Mobile Marketing</vt:lpstr>
      <vt:lpstr>Video Marketing</vt:lpstr>
      <vt:lpstr>Influencer Marketing</vt:lpstr>
      <vt:lpstr>Affiliate Marketing</vt:lpstr>
      <vt:lpstr>Lead Generation</vt:lpstr>
      <vt:lpstr>Conversion Rate Optimization ( CRO )</vt:lpstr>
      <vt:lpstr>Web Analytics</vt:lpstr>
      <vt:lpstr>Digital Marketing Tools</vt:lpstr>
      <vt:lpstr>Advantages of Digital Marketing</vt:lpstr>
      <vt:lpstr>Challenges in Digital Marketing</vt:lpstr>
      <vt:lpstr>Career Opportunities</vt:lpstr>
      <vt:lpstr>Future Trends</vt:lpstr>
      <vt:lpstr>Conclusion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115</cp:revision>
  <dcterms:created xsi:type="dcterms:W3CDTF">2026-06-10T11:38:36Z</dcterms:created>
  <dcterms:modified xsi:type="dcterms:W3CDTF">2026-06-10T11:54:04Z</dcterms:modified>
</cp:coreProperties>
</file>