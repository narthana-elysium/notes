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3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33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2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8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3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reepik.com/" TargetMode="External"/><Relationship Id="rId4" Type="http://schemas.openxmlformats.org/officeDocument/2006/relationships/hyperlink" Target="https://stories.freepik.com/" TargetMode="Externa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55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6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7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8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59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360" name="Google Shape;920;p19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921;p19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922;p19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923;p19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924;p19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925;p19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6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367" name="Google Shape;927;p19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928;p19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929;p19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930;p19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372" name="Google Shape;932;p19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933;p19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934;p19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935;p19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6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377" name="Google Shape;937;p19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938;p19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939;p19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940;p19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941;p19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942;p19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3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384" name="Google Shape;944;p19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945;p19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946;p19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87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8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9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90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391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7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398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03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7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3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14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7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18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1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22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2825640" y="7041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title"/>
          </p:nvPr>
        </p:nvSpPr>
        <p:spPr>
          <a:xfrm>
            <a:off x="2825640" y="21855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title"/>
          </p:nvPr>
        </p:nvSpPr>
        <p:spPr>
          <a:xfrm>
            <a:off x="2825640" y="364860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Google Shape;992;p20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0" name="Google Shape;993;p20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1" name="Google Shape;994;p20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2" name="Google Shape;995;p20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3" name="Google Shape;996;p20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34" name="Google Shape;997;p20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998;p20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999;p20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000;p20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001;p20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002;p20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0" name="Google Shape;1003;p20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441" name="Google Shape;1004;p20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005;p20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006;p20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007;p20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5" name="Google Shape;1008;p20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446" name="Google Shape;1009;p20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010;p20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011;p20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012;p20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0" name="Google Shape;1013;p20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451" name="Google Shape;1014;p20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015;p20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016;p20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017;p20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018;p20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019;p20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7" name="Google Shape;1020;p20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458" name="Google Shape;1021;p20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022;p20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023;p20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61" name="Google Shape;1024;p20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2" name="Google Shape;1025;p20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3" name="Google Shape;1026;p20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64" name="Google Shape;1027;p20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465" name="Google Shape;1028;p20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029;p20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030;p20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031;p20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032;p20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033;p20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1" name="Google Shape;1034;p20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472" name="Google Shape;1035;p20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036;p20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037;p20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038;p20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6" name="Google Shape;1039;p20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77" name="Google Shape;1040;p20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041;p20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042;p20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043;p20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1" name="Google Shape;1044;p20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1045;p20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1046;p20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1047;p20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1048;p20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1049;p20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7" name="Google Shape;1050;p20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88" name="Google Shape;1051;p20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052;p20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053;p20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1" name="Google Shape;1054;p20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92" name="Google Shape;1055;p20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056;p20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057;p20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5" name="Google Shape;1058;p20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96" name="Google Shape;1059;p20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060;p20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061;p20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4" name="Google Shape;1091;p22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86" name="Google Shape;1093;p22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587" name="Google Shape;1094;p22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588" name="Google Shape;1095;p22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096;p22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1097;p22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1098;p22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2" name="Google Shape;1099;p22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593" name="Google Shape;1100;p22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101;p22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102;p22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103;p22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1104;p22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105;p22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99" name="Google Shape;1106;p22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600" name="Google Shape;1107;p22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601" name="Google Shape;1108;p22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02" name="Google Shape;1109;p22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110;p22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111;p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112;p22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113;p22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114;p22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8" name="Google Shape;1115;p22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09" name="Google Shape;1116;p22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117;p22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118;p22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119;p22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3" name="Google Shape;1120;p22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14" name="Google Shape;1121;p2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122;p22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123;p22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1124;p22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8" name="Google Shape;1125;p2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19" name="Google Shape;1126;p2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1127;p2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128;p2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2" name="Google Shape;1129;p22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23" name="Google Shape;1130;p22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131;p2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132;p22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25" name="Google Shape;1241;p25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26" name="Google Shape;1242;p25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27" name="Google Shape;1243;p2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728" name="Google Shape;1244;p25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245;p25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246;p25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247;p25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2" name="Google Shape;1248;p25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733" name="Google Shape;1249;p25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250;p25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251;p25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252;p25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253;p25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1254;p25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9" name="Google Shape;1255;p25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40" name="Google Shape;1256;p2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1" name="Google Shape;1257;p2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742" name="Google Shape;1258;p25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259;p25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260;p25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261;p25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262;p25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263;p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8" name="Google Shape;1264;p2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749" name="Google Shape;1265;p25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266;p25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1267;p25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1268;p25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3" name="Google Shape;1269;p2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754" name="Google Shape;1270;p25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271;p25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1272;p25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273;p2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8" name="Google Shape;1274;p2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759" name="Google Shape;1275;p2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1276;p2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277;p2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2" name="Google Shape;1278;p2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763" name="Google Shape;1279;p2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1280;p2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281;p2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896040" y="1984320"/>
            <a:ext cx="3456720" cy="12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67" name="Google Shape;1284;p26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8" name="Google Shape;1285;p26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9" name="Google Shape;1286;p26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70" name="Google Shape;1287;p26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771" name="Google Shape;1288;p26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289;p26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1290;p26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291;p26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1292;p26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1293;p26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7" name="Google Shape;1294;p26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778" name="Google Shape;1295;p26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296;p26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0" name="Google Shape;1297;p26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1" name="Google Shape;1298;p26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2" name="Google Shape;1299;p26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3" name="Google Shape;1300;p26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4" name="Google Shape;1301;p26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5" name="Google Shape;1302;p26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6" name="Google Shape;1303;p26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7" name="Google Shape;1304;p26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8" name="Google Shape;1305;p26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789" name="Google Shape;1306;p26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0" name="Google Shape;1307;p26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1308;p26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2" name="Google Shape;1309;p26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793" name="Google Shape;1310;p26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1311;p26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1312;p26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6" name="Google Shape;1313;p26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797" name="Google Shape;1314;p26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1315;p26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1316;p26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00" name="Google Shape;1317;p26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01" name="Google Shape;1318;p26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02" name="Google Shape;1319;p26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803" name="Google Shape;1320;p26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321;p26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322;p26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323;p26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324;p26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325;p26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9" name="Google Shape;1326;p26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810" name="Google Shape;1327;p26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328;p26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329;p26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330;p26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4" name="Google Shape;1331;p26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815" name="Google Shape;1332;p26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333;p26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334;p26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335;p26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9" name="Google Shape;1336;p26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820" name="Google Shape;1337;p26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338;p26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339;p26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3" name="Google Shape;1340;p26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824" name="Google Shape;1341;p26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342;p26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343;p26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28" name="Google Shape;1346;p27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29" name="Google Shape;1347;p27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30" name="Google Shape;1348;p27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31" name="Google Shape;1349;p27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832" name="Google Shape;1350;p27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351;p27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352;p27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353;p27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6" name="Google Shape;1354;p27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837" name="Google Shape;1355;p27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356;p27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357;p27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358;p27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1359;p27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1360;p27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43" name="Google Shape;1361;p27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844" name="Google Shape;1362;p27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363;p27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364;p27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47" name="Google Shape;1365;p27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48" name="Google Shape;1366;p27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849" name="Google Shape;1367;p27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368;p27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369;p27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370;p27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371;p27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372;p27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5" name="Google Shape;1373;p27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856" name="Google Shape;1374;p27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375;p27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376;p27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377;p27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0" name="Google Shape;1378;p27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861" name="Google Shape;1379;p27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380;p27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1381;p27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906880" y="356760"/>
            <a:ext cx="26146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813960" y="72252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title"/>
          </p:nvPr>
        </p:nvSpPr>
        <p:spPr>
          <a:xfrm>
            <a:off x="813960" y="180144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813960" y="288036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title"/>
          </p:nvPr>
        </p:nvSpPr>
        <p:spPr>
          <a:xfrm>
            <a:off x="813960" y="395928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719000" y="338400"/>
            <a:ext cx="557748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Google Shape;645;p14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119" name="Google Shape;646;p14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0" name="Google Shape;647;p14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1" name="Google Shape;648;p14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122" name="Google Shape;649;p14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650;p14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651;p14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652;p14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" name="Google Shape;653;p14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127" name="Google Shape;654;p14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655;p14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656;p14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657;p14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" name="Google Shape;658;p14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132" name="Google Shape;659;p14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660;p14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661;p14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662;p14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663;p14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664;p14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568880" y="442440"/>
            <a:ext cx="6005880" cy="5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Google Shape;675;p15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" name="Google Shape;676;p15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1" name="Google Shape;677;p15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2" name="Google Shape;678;p15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143" name="Google Shape;679;p15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680;p15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681;p15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682;p15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7" name="Google Shape;683;p15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148" name="Google Shape;684;p15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685;p15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686;p15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687;p15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688;p15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689;p15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" name="Google Shape;690;p15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155" name="Google Shape;691;p15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692;p15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693;p15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8" name="Google Shape;694;p15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" name="Google Shape;695;p15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160" name="Google Shape;696;p15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697;p15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698;p15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699;p15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700;p15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701;p15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6" name="Google Shape;702;p15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167" name="Google Shape;703;p15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704;p15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705;p15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706;p15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1" name="Google Shape;707;p15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172" name="Google Shape;708;p15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709;p15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710;p15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712;p1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Google Shape;714;p16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78" name="Google Shape;715;p1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79" name="Google Shape;716;p1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717;p1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718;p1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719;p1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" name="Google Shape;720;p16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184" name="Google Shape;721;p1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722;p1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723;p1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724;p1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725;p1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726;p1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90" name="Google Shape;727;p16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91" name="Google Shape;728;p1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92" name="Google Shape;729;p1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93" name="Google Shape;730;p16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31;p16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732;p16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733;p16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734;p16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735;p16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736;p1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200" name="Google Shape;737;p16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738;p16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739;p16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740;p16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741;p1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05" name="Google Shape;742;p16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743;p16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744;p16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745;p16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9" name="Google Shape;746;p1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10" name="Google Shape;747;p1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748;p1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749;p1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3" name="Google Shape;750;p1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14" name="Google Shape;751;p1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752;p1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753;p1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90600" y="338400"/>
            <a:ext cx="29624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Google Shape;774;p17"/>
          <p:cNvCxnSpPr/>
          <p:nvPr/>
        </p:nvCxnSpPr>
        <p:spPr>
          <a:xfrm>
            <a:off x="2904120" y="4512960"/>
            <a:ext cx="1133280" cy="306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9" name="Google Shape;775;p17"/>
          <p:cNvCxnSpPr/>
          <p:nvPr/>
        </p:nvCxnSpPr>
        <p:spPr>
          <a:xfrm flipV="1">
            <a:off x="1562040" y="4492080"/>
            <a:ext cx="1342440" cy="315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0" name="Google Shape;776;p17"/>
          <p:cNvCxnSpPr/>
          <p:nvPr/>
        </p:nvCxnSpPr>
        <p:spPr>
          <a:xfrm>
            <a:off x="259200" y="4407840"/>
            <a:ext cx="1332360" cy="3924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1" name="Google Shape;777;p17"/>
          <p:cNvCxnSpPr/>
          <p:nvPr/>
        </p:nvCxnSpPr>
        <p:spPr>
          <a:xfrm>
            <a:off x="-6840" y="3993480"/>
            <a:ext cx="273960" cy="4075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22" name="Google Shape;778;p17"/>
          <p:cNvGrpSpPr/>
          <p:nvPr/>
        </p:nvGrpSpPr>
        <p:grpSpPr>
          <a:xfrm>
            <a:off x="1278000" y="4512960"/>
            <a:ext cx="581400" cy="582120"/>
            <a:chOff x="1278000" y="4512960"/>
            <a:chExt cx="581400" cy="582120"/>
          </a:xfrm>
        </p:grpSpPr>
        <p:sp>
          <p:nvSpPr>
            <p:cNvPr id="223" name="Google Shape;779;p17"/>
            <p:cNvSpPr/>
            <p:nvPr/>
          </p:nvSpPr>
          <p:spPr>
            <a:xfrm flipH="1">
              <a:off x="1282680" y="45180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780;p17"/>
            <p:cNvSpPr/>
            <p:nvPr/>
          </p:nvSpPr>
          <p:spPr>
            <a:xfrm flipH="1">
              <a:off x="1277640" y="45129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781;p17"/>
            <p:cNvSpPr/>
            <p:nvPr/>
          </p:nvSpPr>
          <p:spPr>
            <a:xfrm flipH="1">
              <a:off x="1355400" y="459072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782;p17"/>
            <p:cNvSpPr/>
            <p:nvPr/>
          </p:nvSpPr>
          <p:spPr>
            <a:xfrm flipH="1">
              <a:off x="1350000" y="458568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783;p17"/>
            <p:cNvSpPr/>
            <p:nvPr/>
          </p:nvSpPr>
          <p:spPr>
            <a:xfrm flipH="1">
              <a:off x="1434240" y="466920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784;p17"/>
            <p:cNvSpPr/>
            <p:nvPr/>
          </p:nvSpPr>
          <p:spPr>
            <a:xfrm flipH="1">
              <a:off x="1429200" y="46645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9" name="Google Shape;785;p17"/>
          <p:cNvGrpSpPr/>
          <p:nvPr/>
        </p:nvGrpSpPr>
        <p:grpSpPr>
          <a:xfrm>
            <a:off x="2747520" y="4340520"/>
            <a:ext cx="291600" cy="292320"/>
            <a:chOff x="2747520" y="4340520"/>
            <a:chExt cx="291600" cy="292320"/>
          </a:xfrm>
        </p:grpSpPr>
        <p:sp>
          <p:nvSpPr>
            <p:cNvPr id="230" name="Google Shape;786;p17"/>
            <p:cNvSpPr/>
            <p:nvPr/>
          </p:nvSpPr>
          <p:spPr>
            <a:xfrm flipH="1">
              <a:off x="2752200" y="43455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787;p17"/>
            <p:cNvSpPr/>
            <p:nvPr/>
          </p:nvSpPr>
          <p:spPr>
            <a:xfrm flipH="1">
              <a:off x="2747520" y="43405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788;p17"/>
            <p:cNvSpPr/>
            <p:nvPr/>
          </p:nvSpPr>
          <p:spPr>
            <a:xfrm flipH="1">
              <a:off x="2813760" y="44074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789;p17"/>
            <p:cNvSpPr/>
            <p:nvPr/>
          </p:nvSpPr>
          <p:spPr>
            <a:xfrm flipH="1">
              <a:off x="2808720" y="44028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" name="Google Shape;790;p17"/>
          <p:cNvGrpSpPr/>
          <p:nvPr/>
        </p:nvGrpSpPr>
        <p:grpSpPr>
          <a:xfrm>
            <a:off x="171000" y="4314960"/>
            <a:ext cx="174600" cy="174600"/>
            <a:chOff x="171000" y="4314960"/>
            <a:chExt cx="174600" cy="174600"/>
          </a:xfrm>
        </p:grpSpPr>
        <p:sp>
          <p:nvSpPr>
            <p:cNvPr id="235" name="Google Shape;791;p17"/>
            <p:cNvSpPr/>
            <p:nvPr/>
          </p:nvSpPr>
          <p:spPr>
            <a:xfrm flipH="1">
              <a:off x="175680" y="4320000"/>
              <a:ext cx="165600" cy="165240"/>
            </a:xfrm>
            <a:custGeom>
              <a:avLst/>
              <a:gdLst>
                <a:gd name="textAreaLeft" fmla="*/ 360 w 165600"/>
                <a:gd name="textAreaRight" fmla="*/ 16632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792;p17"/>
            <p:cNvSpPr/>
            <p:nvPr/>
          </p:nvSpPr>
          <p:spPr>
            <a:xfrm flipH="1">
              <a:off x="170640" y="4314960"/>
              <a:ext cx="174600" cy="174600"/>
            </a:xfrm>
            <a:custGeom>
              <a:avLst/>
              <a:gdLst>
                <a:gd name="textAreaLeft" fmla="*/ -360 w 174600"/>
                <a:gd name="textAreaRight" fmla="*/ 17460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793;p17"/>
            <p:cNvSpPr/>
            <p:nvPr/>
          </p:nvSpPr>
          <p:spPr>
            <a:xfrm flipH="1">
              <a:off x="212400" y="4356360"/>
              <a:ext cx="92160" cy="9288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794;p17"/>
            <p:cNvSpPr/>
            <p:nvPr/>
          </p:nvSpPr>
          <p:spPr>
            <a:xfrm flipH="1">
              <a:off x="207360" y="4351680"/>
              <a:ext cx="102240" cy="101520"/>
            </a:xfrm>
            <a:custGeom>
              <a:avLst/>
              <a:gdLst>
                <a:gd name="textAreaLeft" fmla="*/ 360 w 102240"/>
                <a:gd name="textAreaRight" fmla="*/ 10296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9" name="Google Shape;795;p17"/>
          <p:cNvGrpSpPr/>
          <p:nvPr/>
        </p:nvGrpSpPr>
        <p:grpSpPr>
          <a:xfrm>
            <a:off x="3872880" y="4657680"/>
            <a:ext cx="292680" cy="293040"/>
            <a:chOff x="3872880" y="4657680"/>
            <a:chExt cx="292680" cy="293040"/>
          </a:xfrm>
        </p:grpSpPr>
        <p:sp>
          <p:nvSpPr>
            <p:cNvPr id="240" name="Google Shape;796;p17"/>
            <p:cNvSpPr/>
            <p:nvPr/>
          </p:nvSpPr>
          <p:spPr>
            <a:xfrm flipH="1">
              <a:off x="3874680" y="46602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797;p17"/>
            <p:cNvSpPr/>
            <p:nvPr/>
          </p:nvSpPr>
          <p:spPr>
            <a:xfrm flipH="1">
              <a:off x="3872520" y="46576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798;p17"/>
            <p:cNvSpPr/>
            <p:nvPr/>
          </p:nvSpPr>
          <p:spPr>
            <a:xfrm flipH="1">
              <a:off x="3911760" y="469656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799;p17"/>
            <p:cNvSpPr/>
            <p:nvPr/>
          </p:nvSpPr>
          <p:spPr>
            <a:xfrm flipH="1">
              <a:off x="3909600" y="469404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800;p17"/>
            <p:cNvSpPr/>
            <p:nvPr/>
          </p:nvSpPr>
          <p:spPr>
            <a:xfrm flipH="1">
              <a:off x="3951000" y="473616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801;p17"/>
            <p:cNvSpPr/>
            <p:nvPr/>
          </p:nvSpPr>
          <p:spPr>
            <a:xfrm flipH="1">
              <a:off x="3948480" y="47340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" name="Google Shape;802;p17"/>
          <p:cNvGrpSpPr/>
          <p:nvPr/>
        </p:nvGrpSpPr>
        <p:grpSpPr>
          <a:xfrm>
            <a:off x="242280" y="4142520"/>
            <a:ext cx="174600" cy="26640"/>
            <a:chOff x="242280" y="4142520"/>
            <a:chExt cx="174600" cy="26640"/>
          </a:xfrm>
        </p:grpSpPr>
        <p:sp>
          <p:nvSpPr>
            <p:cNvPr id="247" name="Google Shape;803;p17"/>
            <p:cNvSpPr/>
            <p:nvPr/>
          </p:nvSpPr>
          <p:spPr>
            <a:xfrm flipH="1">
              <a:off x="3902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804;p17"/>
            <p:cNvSpPr/>
            <p:nvPr/>
          </p:nvSpPr>
          <p:spPr>
            <a:xfrm flipH="1">
              <a:off x="3164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805;p17"/>
            <p:cNvSpPr/>
            <p:nvPr/>
          </p:nvSpPr>
          <p:spPr>
            <a:xfrm flipH="1">
              <a:off x="2422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50" name="Google Shape;806;p17"/>
          <p:cNvCxnSpPr/>
          <p:nvPr/>
        </p:nvCxnSpPr>
        <p:spPr>
          <a:xfrm flipH="1" flipV="1">
            <a:off x="5994720" y="226440"/>
            <a:ext cx="1505160" cy="225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1" name="Google Shape;807;p17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2" name="Google Shape;808;p17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53" name="Google Shape;809;p17"/>
          <p:cNvGrpSpPr/>
          <p:nvPr/>
        </p:nvGrpSpPr>
        <p:grpSpPr>
          <a:xfrm>
            <a:off x="8064360" y="1040400"/>
            <a:ext cx="581400" cy="582120"/>
            <a:chOff x="8064360" y="1040400"/>
            <a:chExt cx="581400" cy="582120"/>
          </a:xfrm>
        </p:grpSpPr>
        <p:sp>
          <p:nvSpPr>
            <p:cNvPr id="254" name="Google Shape;810;p17"/>
            <p:cNvSpPr/>
            <p:nvPr/>
          </p:nvSpPr>
          <p:spPr>
            <a:xfrm>
              <a:off x="8068680" y="10454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811;p17"/>
            <p:cNvSpPr/>
            <p:nvPr/>
          </p:nvSpPr>
          <p:spPr>
            <a:xfrm>
              <a:off x="8064360" y="10404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812;p17"/>
            <p:cNvSpPr/>
            <p:nvPr/>
          </p:nvSpPr>
          <p:spPr>
            <a:xfrm>
              <a:off x="8141040" y="11178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813;p17"/>
            <p:cNvSpPr/>
            <p:nvPr/>
          </p:nvSpPr>
          <p:spPr>
            <a:xfrm>
              <a:off x="8136720" y="111276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814;p17"/>
            <p:cNvSpPr/>
            <p:nvPr/>
          </p:nvSpPr>
          <p:spPr>
            <a:xfrm>
              <a:off x="8219880" y="11962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815;p17"/>
            <p:cNvSpPr/>
            <p:nvPr/>
          </p:nvSpPr>
          <p:spPr>
            <a:xfrm>
              <a:off x="8215200" y="11919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" name="Google Shape;816;p17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261" name="Google Shape;817;p17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818;p17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819;p17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820;p17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" name="Google Shape;821;p17"/>
          <p:cNvGrpSpPr/>
          <p:nvPr/>
        </p:nvGrpSpPr>
        <p:grpSpPr>
          <a:xfrm>
            <a:off x="8792280" y="321120"/>
            <a:ext cx="174600" cy="174600"/>
            <a:chOff x="8792280" y="321120"/>
            <a:chExt cx="174600" cy="174600"/>
          </a:xfrm>
        </p:grpSpPr>
        <p:sp>
          <p:nvSpPr>
            <p:cNvPr id="266" name="Google Shape;822;p17"/>
            <p:cNvSpPr/>
            <p:nvPr/>
          </p:nvSpPr>
          <p:spPr>
            <a:xfrm>
              <a:off x="8796600" y="32616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823;p17"/>
            <p:cNvSpPr/>
            <p:nvPr/>
          </p:nvSpPr>
          <p:spPr>
            <a:xfrm>
              <a:off x="8792280" y="3211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824;p17"/>
            <p:cNvSpPr/>
            <p:nvPr/>
          </p:nvSpPr>
          <p:spPr>
            <a:xfrm>
              <a:off x="8833680" y="3625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825;p17"/>
            <p:cNvSpPr/>
            <p:nvPr/>
          </p:nvSpPr>
          <p:spPr>
            <a:xfrm>
              <a:off x="8828640" y="3582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0" name="Google Shape;826;p17"/>
          <p:cNvSpPr/>
          <p:nvPr/>
        </p:nvSpPr>
        <p:spPr>
          <a:xfrm>
            <a:off x="5829480" y="6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Google Shape;827;p17"/>
          <p:cNvSpPr/>
          <p:nvPr/>
        </p:nvSpPr>
        <p:spPr>
          <a:xfrm>
            <a:off x="5826960" y="662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Google Shape;828;p17"/>
          <p:cNvSpPr/>
          <p:nvPr/>
        </p:nvSpPr>
        <p:spPr>
          <a:xfrm>
            <a:off x="5865840" y="10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829;p17"/>
          <p:cNvSpPr/>
          <p:nvPr/>
        </p:nvSpPr>
        <p:spPr>
          <a:xfrm>
            <a:off x="5863680" y="10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Google Shape;830;p17"/>
          <p:cNvSpPr/>
          <p:nvPr/>
        </p:nvSpPr>
        <p:spPr>
          <a:xfrm>
            <a:off x="5905440" y="14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831;p17"/>
          <p:cNvSpPr/>
          <p:nvPr/>
        </p:nvSpPr>
        <p:spPr>
          <a:xfrm>
            <a:off x="5903280" y="14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6" name="Google Shape;832;p1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7" name="Google Shape;833;p1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834;p17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835;p17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0" name="Google Shape;836;p17"/>
          <p:cNvGrpSpPr/>
          <p:nvPr/>
        </p:nvGrpSpPr>
        <p:grpSpPr>
          <a:xfrm>
            <a:off x="8678520" y="1658160"/>
            <a:ext cx="174600" cy="26640"/>
            <a:chOff x="8678520" y="1658160"/>
            <a:chExt cx="174600" cy="26640"/>
          </a:xfrm>
        </p:grpSpPr>
        <p:sp>
          <p:nvSpPr>
            <p:cNvPr id="281" name="Google Shape;837;p17"/>
            <p:cNvSpPr/>
            <p:nvPr/>
          </p:nvSpPr>
          <p:spPr>
            <a:xfrm>
              <a:off x="86785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838;p17"/>
            <p:cNvSpPr/>
            <p:nvPr/>
          </p:nvSpPr>
          <p:spPr>
            <a:xfrm>
              <a:off x="87523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839;p17"/>
            <p:cNvSpPr/>
            <p:nvPr/>
          </p:nvSpPr>
          <p:spPr>
            <a:xfrm>
              <a:off x="882648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71160" y="338400"/>
            <a:ext cx="6610680" cy="54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Google Shape;843;p18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6" name="Google Shape;844;p1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7" name="Google Shape;845;p18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88" name="Google Shape;846;p1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289" name="Google Shape;847;p1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848;p1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849;p1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850;p1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3" name="Google Shape;851;p18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294" name="Google Shape;852;p1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853;p1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854;p1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855;p1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856;p1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857;p1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0" name="Google Shape;858;p1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301" name="Google Shape;859;p1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860;p1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861;p1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04" name="Google Shape;862;p1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305" name="Google Shape;863;p1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306" name="Google Shape;864;p18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865;p18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866;p18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867;p18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868;p18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869;p18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2" name="Google Shape;870;p1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313" name="Google Shape;871;p1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872;p1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873;p1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874;p1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" name="Google Shape;875;p1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318" name="Google Shape;876;p1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877;p1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878;p1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21" name="Google Shape;879;p18"/>
          <p:cNvCxnSpPr/>
          <p:nvPr/>
        </p:nvCxnSpPr>
        <p:spPr>
          <a:xfrm flipH="1">
            <a:off x="5101560" y="4512960"/>
            <a:ext cx="1133280" cy="306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2" name="Google Shape;880;p18"/>
          <p:cNvCxnSpPr/>
          <p:nvPr/>
        </p:nvCxnSpPr>
        <p:spPr>
          <a:xfrm flipH="1" flipV="1">
            <a:off x="6234480" y="4492080"/>
            <a:ext cx="1342800" cy="315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3" name="Google Shape;881;p18"/>
          <p:cNvCxnSpPr/>
          <p:nvPr/>
        </p:nvCxnSpPr>
        <p:spPr>
          <a:xfrm flipH="1">
            <a:off x="7547400" y="4407840"/>
            <a:ext cx="1332360" cy="3924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4" name="Google Shape;882;p18"/>
          <p:cNvCxnSpPr/>
          <p:nvPr/>
        </p:nvCxnSpPr>
        <p:spPr>
          <a:xfrm flipH="1">
            <a:off x="8871840" y="3993480"/>
            <a:ext cx="274320" cy="4075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25" name="Google Shape;883;p18"/>
          <p:cNvGrpSpPr/>
          <p:nvPr/>
        </p:nvGrpSpPr>
        <p:grpSpPr>
          <a:xfrm>
            <a:off x="7278840" y="4512960"/>
            <a:ext cx="581400" cy="582120"/>
            <a:chOff x="7278840" y="4512960"/>
            <a:chExt cx="581400" cy="582120"/>
          </a:xfrm>
        </p:grpSpPr>
        <p:sp>
          <p:nvSpPr>
            <p:cNvPr id="326" name="Google Shape;884;p18"/>
            <p:cNvSpPr/>
            <p:nvPr/>
          </p:nvSpPr>
          <p:spPr>
            <a:xfrm>
              <a:off x="7283520" y="45180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885;p18"/>
            <p:cNvSpPr/>
            <p:nvPr/>
          </p:nvSpPr>
          <p:spPr>
            <a:xfrm>
              <a:off x="7278840" y="45129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886;p18"/>
            <p:cNvSpPr/>
            <p:nvPr/>
          </p:nvSpPr>
          <p:spPr>
            <a:xfrm>
              <a:off x="7355880" y="4590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87;p18"/>
            <p:cNvSpPr/>
            <p:nvPr/>
          </p:nvSpPr>
          <p:spPr>
            <a:xfrm>
              <a:off x="7351560" y="4585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888;p18"/>
            <p:cNvSpPr/>
            <p:nvPr/>
          </p:nvSpPr>
          <p:spPr>
            <a:xfrm>
              <a:off x="7434360" y="46692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889;p18"/>
            <p:cNvSpPr/>
            <p:nvPr/>
          </p:nvSpPr>
          <p:spPr>
            <a:xfrm>
              <a:off x="7430040" y="46645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2" name="Google Shape;890;p18"/>
          <p:cNvGrpSpPr/>
          <p:nvPr/>
        </p:nvGrpSpPr>
        <p:grpSpPr>
          <a:xfrm>
            <a:off x="6099480" y="4340520"/>
            <a:ext cx="291600" cy="292320"/>
            <a:chOff x="6099480" y="4340520"/>
            <a:chExt cx="291600" cy="292320"/>
          </a:xfrm>
        </p:grpSpPr>
        <p:sp>
          <p:nvSpPr>
            <p:cNvPr id="333" name="Google Shape;891;p18"/>
            <p:cNvSpPr/>
            <p:nvPr/>
          </p:nvSpPr>
          <p:spPr>
            <a:xfrm>
              <a:off x="6104520" y="43455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92;p18"/>
            <p:cNvSpPr/>
            <p:nvPr/>
          </p:nvSpPr>
          <p:spPr>
            <a:xfrm>
              <a:off x="6099480" y="43405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893;p18"/>
            <p:cNvSpPr/>
            <p:nvPr/>
          </p:nvSpPr>
          <p:spPr>
            <a:xfrm>
              <a:off x="6166440" y="44074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894;p18"/>
            <p:cNvSpPr/>
            <p:nvPr/>
          </p:nvSpPr>
          <p:spPr>
            <a:xfrm>
              <a:off x="6161760" y="44028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7" name="Google Shape;895;p18"/>
          <p:cNvGrpSpPr/>
          <p:nvPr/>
        </p:nvGrpSpPr>
        <p:grpSpPr>
          <a:xfrm>
            <a:off x="8792640" y="4314960"/>
            <a:ext cx="174600" cy="174600"/>
            <a:chOff x="8792640" y="4314960"/>
            <a:chExt cx="174600" cy="174600"/>
          </a:xfrm>
        </p:grpSpPr>
        <p:sp>
          <p:nvSpPr>
            <p:cNvPr id="338" name="Google Shape;896;p18"/>
            <p:cNvSpPr/>
            <p:nvPr/>
          </p:nvSpPr>
          <p:spPr>
            <a:xfrm>
              <a:off x="8797320" y="43200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897;p18"/>
            <p:cNvSpPr/>
            <p:nvPr/>
          </p:nvSpPr>
          <p:spPr>
            <a:xfrm>
              <a:off x="8792640" y="43149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898;p18"/>
            <p:cNvSpPr/>
            <p:nvPr/>
          </p:nvSpPr>
          <p:spPr>
            <a:xfrm>
              <a:off x="8834040" y="435636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899;p18"/>
            <p:cNvSpPr/>
            <p:nvPr/>
          </p:nvSpPr>
          <p:spPr>
            <a:xfrm>
              <a:off x="8829000" y="43516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2" name="Google Shape;900;p18"/>
          <p:cNvGrpSpPr/>
          <p:nvPr/>
        </p:nvGrpSpPr>
        <p:grpSpPr>
          <a:xfrm>
            <a:off x="4972680" y="4657680"/>
            <a:ext cx="292680" cy="293040"/>
            <a:chOff x="4972680" y="4657680"/>
            <a:chExt cx="292680" cy="293040"/>
          </a:xfrm>
        </p:grpSpPr>
        <p:sp>
          <p:nvSpPr>
            <p:cNvPr id="343" name="Google Shape;901;p18"/>
            <p:cNvSpPr/>
            <p:nvPr/>
          </p:nvSpPr>
          <p:spPr>
            <a:xfrm>
              <a:off x="4975200" y="466020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902;p18"/>
            <p:cNvSpPr/>
            <p:nvPr/>
          </p:nvSpPr>
          <p:spPr>
            <a:xfrm>
              <a:off x="4972680" y="465768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903;p18"/>
            <p:cNvSpPr/>
            <p:nvPr/>
          </p:nvSpPr>
          <p:spPr>
            <a:xfrm>
              <a:off x="5011560" y="469656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904;p18"/>
            <p:cNvSpPr/>
            <p:nvPr/>
          </p:nvSpPr>
          <p:spPr>
            <a:xfrm>
              <a:off x="5009400" y="469404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905;p18"/>
            <p:cNvSpPr/>
            <p:nvPr/>
          </p:nvSpPr>
          <p:spPr>
            <a:xfrm>
              <a:off x="5051160" y="47361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906;p18"/>
            <p:cNvSpPr/>
            <p:nvPr/>
          </p:nvSpPr>
          <p:spPr>
            <a:xfrm>
              <a:off x="5049000" y="473400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9" name="Google Shape;907;p18"/>
          <p:cNvGrpSpPr/>
          <p:nvPr/>
        </p:nvGrpSpPr>
        <p:grpSpPr>
          <a:xfrm>
            <a:off x="8721720" y="4142520"/>
            <a:ext cx="174600" cy="26640"/>
            <a:chOff x="8721720" y="4142520"/>
            <a:chExt cx="174600" cy="26640"/>
          </a:xfrm>
        </p:grpSpPr>
        <p:sp>
          <p:nvSpPr>
            <p:cNvPr id="350" name="Google Shape;908;p18"/>
            <p:cNvSpPr/>
            <p:nvPr/>
          </p:nvSpPr>
          <p:spPr>
            <a:xfrm>
              <a:off x="872172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909;p18"/>
            <p:cNvSpPr/>
            <p:nvPr/>
          </p:nvSpPr>
          <p:spPr>
            <a:xfrm>
              <a:off x="87958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910;p18"/>
            <p:cNvSpPr/>
            <p:nvPr/>
          </p:nvSpPr>
          <p:spPr>
            <a:xfrm>
              <a:off x="88696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4;p3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500" name="Google Shape;45;p3"/>
            <p:cNvSpPr/>
            <p:nvPr/>
          </p:nvSpPr>
          <p:spPr>
            <a:xfrm>
              <a:off x="2132640" y="713520"/>
              <a:ext cx="4878360" cy="3715920"/>
            </a:xfrm>
            <a:custGeom>
              <a:avLst/>
              <a:gdLst>
                <a:gd name="textAreaLeft" fmla="*/ 0 w 4878360"/>
                <a:gd name="textAreaRight" fmla="*/ 4878720 w 4878360"/>
                <a:gd name="textAreaTop" fmla="*/ 0 h 3715920"/>
                <a:gd name="textAreaBottom" fmla="*/ 3716280 h 3715920"/>
              </a:gdLst>
              <a:ahLst/>
              <a:cxnLst/>
              <a:rect l="textAreaLeft" t="textAreaTop" r="textAreaRight" b="textAreaBottom"/>
              <a:pathLst>
                <a:path w="272401" h="207444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46;p3"/>
            <p:cNvSpPr/>
            <p:nvPr/>
          </p:nvSpPr>
          <p:spPr>
            <a:xfrm>
              <a:off x="2198880" y="713160"/>
              <a:ext cx="4710240" cy="3716640"/>
            </a:xfrm>
            <a:custGeom>
              <a:avLst/>
              <a:gdLst>
                <a:gd name="textAreaLeft" fmla="*/ 0 w 4710240"/>
                <a:gd name="textAreaRight" fmla="*/ 4710600 w 4710240"/>
                <a:gd name="textAreaTop" fmla="*/ 0 h 3716640"/>
                <a:gd name="textAreaBottom" fmla="*/ 3717000 h 3716640"/>
              </a:gdLst>
              <a:ahLst/>
              <a:cxnLst/>
              <a:rect l="textAreaLeft" t="textAreaTop" r="textAreaRight" b="textAreaBottom"/>
              <a:pathLst>
                <a:path w="263009" h="20748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9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4" name="Google Shape;50;p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505" name="Google Shape;51;p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06" name="Google Shape;52;p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507" name="Google Shape;53;p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54;p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55;p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56;p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1" name="Google Shape;57;p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2" name="Google Shape;58;p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3" name="Google Shape;59;p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514" name="Google Shape;60;p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61;p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6" name="Google Shape;62;p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7" name="Google Shape;63;p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8" name="Google Shape;64;p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519" name="Google Shape;65;p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0" name="Google Shape;66;p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67;p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68;p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23" name="Google Shape;69;p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24" name="Google Shape;70;p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525" name="Google Shape;71;p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72;p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73;p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74;p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75;p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76;p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77;p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532" name="Google Shape;78;p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79;p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80;p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81;p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6" name="Google Shape;82;p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537" name="Google Shape;83;p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84;p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85;p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86;p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1" name="Google Shape;87;p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542" name="Google Shape;88;p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3" name="Google Shape;89;p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90;p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5" name="Google Shape;91;p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546" name="Google Shape;92;p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93;p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94;p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9" name="Google Shape;95;p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550" name="Google Shape;96;p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1" name="Google Shape;97;p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98;p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3" name="Google Shape;99;p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554" name="Google Shape;100;p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101;p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6" name="Google Shape;102;p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57" name="Google Shape;103;p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558" name="Google Shape;104;p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559" name="Google Shape;105;p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06;p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07;p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08;p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2962800" y="338400"/>
            <a:ext cx="3218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64" name="Google Shape;1064;p21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565" name="Google Shape;1065;p21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566" name="Google Shape;1066;p21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567" name="Google Shape;1067;p21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568" name="Google Shape;1068;p21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9" name="Google Shape;1069;p21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1070;p21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1071;p21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2" name="Google Shape;1072;p21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573" name="Google Shape;1073;p21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1074;p21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1075;p21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1076;p21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7" name="Google Shape;1077;p21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578" name="Google Shape;1078;p21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1079;p21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1080;p21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1081;p21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1082;p21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1083;p21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8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29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30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631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5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636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42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43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44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45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1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52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6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57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1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62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5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66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body"/>
          </p:nvPr>
        </p:nvSpPr>
        <p:spPr>
          <a:xfrm>
            <a:off x="586800" y="974520"/>
            <a:ext cx="3194280" cy="319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 type="title"/>
          </p:nvPr>
        </p:nvSpPr>
        <p:spPr>
          <a:xfrm>
            <a:off x="4170600" y="1369080"/>
            <a:ext cx="3879360" cy="73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body"/>
          </p:nvPr>
        </p:nvSpPr>
        <p:spPr>
          <a:xfrm>
            <a:off x="4170600" y="2107800"/>
            <a:ext cx="3879360" cy="16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Google Shape;1187;p24"/>
          <p:cNvCxnSpPr/>
          <p:nvPr/>
        </p:nvCxnSpPr>
        <p:spPr>
          <a:xfrm flipH="1">
            <a:off x="5825520" y="44676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3" name="Google Shape;1188;p24"/>
          <p:cNvCxnSpPr/>
          <p:nvPr/>
        </p:nvCxnSpPr>
        <p:spPr>
          <a:xfrm flipH="1" flipV="1">
            <a:off x="7511400" y="45324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4" name="Google Shape;1189;p24"/>
          <p:cNvCxnSpPr/>
          <p:nvPr/>
        </p:nvCxnSpPr>
        <p:spPr>
          <a:xfrm flipH="1">
            <a:off x="8347320" y="-1080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75" name="Google Shape;1190;p24"/>
          <p:cNvGrpSpPr/>
          <p:nvPr/>
        </p:nvGrpSpPr>
        <p:grpSpPr>
          <a:xfrm>
            <a:off x="8062920" y="883440"/>
            <a:ext cx="581400" cy="582120"/>
            <a:chOff x="8062920" y="883440"/>
            <a:chExt cx="581400" cy="582120"/>
          </a:xfrm>
        </p:grpSpPr>
        <p:sp>
          <p:nvSpPr>
            <p:cNvPr id="676" name="Google Shape;1191;p24"/>
            <p:cNvSpPr/>
            <p:nvPr/>
          </p:nvSpPr>
          <p:spPr>
            <a:xfrm>
              <a:off x="8067240" y="8884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192;p24"/>
            <p:cNvSpPr/>
            <p:nvPr/>
          </p:nvSpPr>
          <p:spPr>
            <a:xfrm>
              <a:off x="8062920" y="8834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193;p24"/>
            <p:cNvSpPr/>
            <p:nvPr/>
          </p:nvSpPr>
          <p:spPr>
            <a:xfrm>
              <a:off x="8139600" y="9608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194;p24"/>
            <p:cNvSpPr/>
            <p:nvPr/>
          </p:nvSpPr>
          <p:spPr>
            <a:xfrm>
              <a:off x="8135280" y="9558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195;p24"/>
            <p:cNvSpPr/>
            <p:nvPr/>
          </p:nvSpPr>
          <p:spPr>
            <a:xfrm>
              <a:off x="8218440" y="10396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1196;p24"/>
            <p:cNvSpPr/>
            <p:nvPr/>
          </p:nvSpPr>
          <p:spPr>
            <a:xfrm>
              <a:off x="8213760" y="10350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2" name="Google Shape;1197;p24"/>
          <p:cNvGrpSpPr/>
          <p:nvPr/>
        </p:nvGrpSpPr>
        <p:grpSpPr>
          <a:xfrm>
            <a:off x="7351560" y="311760"/>
            <a:ext cx="291600" cy="292320"/>
            <a:chOff x="7351560" y="311760"/>
            <a:chExt cx="291600" cy="292320"/>
          </a:xfrm>
        </p:grpSpPr>
        <p:sp>
          <p:nvSpPr>
            <p:cNvPr id="683" name="Google Shape;1198;p24"/>
            <p:cNvSpPr/>
            <p:nvPr/>
          </p:nvSpPr>
          <p:spPr>
            <a:xfrm>
              <a:off x="7356600" y="316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1199;p24"/>
            <p:cNvSpPr/>
            <p:nvPr/>
          </p:nvSpPr>
          <p:spPr>
            <a:xfrm>
              <a:off x="7351560" y="311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1200;p24"/>
            <p:cNvSpPr/>
            <p:nvPr/>
          </p:nvSpPr>
          <p:spPr>
            <a:xfrm>
              <a:off x="7418520" y="37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1201;p24"/>
            <p:cNvSpPr/>
            <p:nvPr/>
          </p:nvSpPr>
          <p:spPr>
            <a:xfrm>
              <a:off x="7413840" y="374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7" name="Google Shape;1202;p24"/>
          <p:cNvSpPr/>
          <p:nvPr/>
        </p:nvSpPr>
        <p:spPr>
          <a:xfrm>
            <a:off x="5689080" y="4215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203;p24"/>
          <p:cNvSpPr/>
          <p:nvPr/>
        </p:nvSpPr>
        <p:spPr>
          <a:xfrm>
            <a:off x="5686920" y="4190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204;p24"/>
          <p:cNvSpPr/>
          <p:nvPr/>
        </p:nvSpPr>
        <p:spPr>
          <a:xfrm>
            <a:off x="5725440" y="4579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0" name="Google Shape;1205;p24"/>
          <p:cNvSpPr/>
          <p:nvPr/>
        </p:nvSpPr>
        <p:spPr>
          <a:xfrm>
            <a:off x="5723280" y="4554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1" name="Google Shape;1206;p24"/>
          <p:cNvSpPr/>
          <p:nvPr/>
        </p:nvSpPr>
        <p:spPr>
          <a:xfrm>
            <a:off x="5765040" y="4975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2" name="Google Shape;1207;p24"/>
          <p:cNvSpPr/>
          <p:nvPr/>
        </p:nvSpPr>
        <p:spPr>
          <a:xfrm>
            <a:off x="5762880" y="4953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93" name="Google Shape;1208;p24"/>
          <p:cNvGrpSpPr/>
          <p:nvPr/>
        </p:nvGrpSpPr>
        <p:grpSpPr>
          <a:xfrm>
            <a:off x="5441760" y="284760"/>
            <a:ext cx="174600" cy="26640"/>
            <a:chOff x="5441760" y="284760"/>
            <a:chExt cx="174600" cy="26640"/>
          </a:xfrm>
        </p:grpSpPr>
        <p:sp>
          <p:nvSpPr>
            <p:cNvPr id="694" name="Google Shape;1209;p24"/>
            <p:cNvSpPr/>
            <p:nvPr/>
          </p:nvSpPr>
          <p:spPr>
            <a:xfrm>
              <a:off x="544176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210;p24"/>
            <p:cNvSpPr/>
            <p:nvPr/>
          </p:nvSpPr>
          <p:spPr>
            <a:xfrm>
              <a:off x="55159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1211;p24"/>
            <p:cNvSpPr/>
            <p:nvPr/>
          </p:nvSpPr>
          <p:spPr>
            <a:xfrm>
              <a:off x="55897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7" name="Google Shape;1212;p24"/>
          <p:cNvGrpSpPr/>
          <p:nvPr/>
        </p:nvGrpSpPr>
        <p:grpSpPr>
          <a:xfrm>
            <a:off x="8488440" y="166680"/>
            <a:ext cx="174960" cy="26640"/>
            <a:chOff x="8488440" y="166680"/>
            <a:chExt cx="174960" cy="26640"/>
          </a:xfrm>
        </p:grpSpPr>
        <p:sp>
          <p:nvSpPr>
            <p:cNvPr id="698" name="Google Shape;1213;p24"/>
            <p:cNvSpPr/>
            <p:nvPr/>
          </p:nvSpPr>
          <p:spPr>
            <a:xfrm>
              <a:off x="848844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1214;p24"/>
            <p:cNvSpPr/>
            <p:nvPr/>
          </p:nvSpPr>
          <p:spPr>
            <a:xfrm>
              <a:off x="856260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1215;p24"/>
            <p:cNvSpPr/>
            <p:nvPr/>
          </p:nvSpPr>
          <p:spPr>
            <a:xfrm>
              <a:off x="863676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01" name="Google Shape;1216;p24"/>
          <p:cNvCxnSpPr/>
          <p:nvPr/>
        </p:nvCxnSpPr>
        <p:spPr>
          <a:xfrm flipH="1">
            <a:off x="719532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02" name="Google Shape;1217;p24"/>
          <p:cNvCxnSpPr/>
          <p:nvPr/>
        </p:nvCxnSpPr>
        <p:spPr>
          <a:xfrm flipH="1" flipV="1">
            <a:off x="8352360" y="4220280"/>
            <a:ext cx="79200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03" name="Google Shape;1218;p24"/>
          <p:cNvGrpSpPr/>
          <p:nvPr/>
        </p:nvGrpSpPr>
        <p:grpSpPr>
          <a:xfrm>
            <a:off x="8062920" y="3940560"/>
            <a:ext cx="581400" cy="582120"/>
            <a:chOff x="8062920" y="3940560"/>
            <a:chExt cx="581400" cy="582120"/>
          </a:xfrm>
        </p:grpSpPr>
        <p:sp>
          <p:nvSpPr>
            <p:cNvPr id="704" name="Google Shape;1219;p24"/>
            <p:cNvSpPr/>
            <p:nvPr/>
          </p:nvSpPr>
          <p:spPr>
            <a:xfrm flipV="1">
              <a:off x="8067240" y="39452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220;p24"/>
            <p:cNvSpPr/>
            <p:nvPr/>
          </p:nvSpPr>
          <p:spPr>
            <a:xfrm flipV="1">
              <a:off x="8062920" y="39402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221;p24"/>
            <p:cNvSpPr/>
            <p:nvPr/>
          </p:nvSpPr>
          <p:spPr>
            <a:xfrm flipV="1">
              <a:off x="8139600" y="40183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222;p24"/>
            <p:cNvSpPr/>
            <p:nvPr/>
          </p:nvSpPr>
          <p:spPr>
            <a:xfrm flipV="1">
              <a:off x="8135280" y="40132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223;p24"/>
            <p:cNvSpPr/>
            <p:nvPr/>
          </p:nvSpPr>
          <p:spPr>
            <a:xfrm flipV="1">
              <a:off x="8218440" y="40968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224;p24"/>
            <p:cNvSpPr/>
            <p:nvPr/>
          </p:nvSpPr>
          <p:spPr>
            <a:xfrm flipV="1">
              <a:off x="8213760" y="40917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0" name="Google Shape;1225;p24"/>
          <p:cNvGrpSpPr/>
          <p:nvPr/>
        </p:nvGrpSpPr>
        <p:grpSpPr>
          <a:xfrm>
            <a:off x="7032240" y="4586760"/>
            <a:ext cx="291600" cy="292320"/>
            <a:chOff x="7032240" y="4586760"/>
            <a:chExt cx="291600" cy="292320"/>
          </a:xfrm>
        </p:grpSpPr>
        <p:sp>
          <p:nvSpPr>
            <p:cNvPr id="711" name="Google Shape;1226;p24"/>
            <p:cNvSpPr/>
            <p:nvPr/>
          </p:nvSpPr>
          <p:spPr>
            <a:xfrm flipV="1">
              <a:off x="7037280" y="4591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227;p24"/>
            <p:cNvSpPr/>
            <p:nvPr/>
          </p:nvSpPr>
          <p:spPr>
            <a:xfrm flipV="1">
              <a:off x="7032240" y="4586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1228;p24"/>
            <p:cNvSpPr/>
            <p:nvPr/>
          </p:nvSpPr>
          <p:spPr>
            <a:xfrm flipV="1">
              <a:off x="7099200" y="46533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1229;p24"/>
            <p:cNvSpPr/>
            <p:nvPr/>
          </p:nvSpPr>
          <p:spPr>
            <a:xfrm flipV="1">
              <a:off x="7094880" y="46483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5" name="Google Shape;1230;p24"/>
          <p:cNvGrpSpPr/>
          <p:nvPr/>
        </p:nvGrpSpPr>
        <p:grpSpPr>
          <a:xfrm>
            <a:off x="8756640" y="4645080"/>
            <a:ext cx="174600" cy="174600"/>
            <a:chOff x="8756640" y="4645080"/>
            <a:chExt cx="174600" cy="174600"/>
          </a:xfrm>
        </p:grpSpPr>
        <p:sp>
          <p:nvSpPr>
            <p:cNvPr id="716" name="Google Shape;1231;p24"/>
            <p:cNvSpPr/>
            <p:nvPr/>
          </p:nvSpPr>
          <p:spPr>
            <a:xfrm flipV="1">
              <a:off x="8760960" y="46494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232;p24"/>
            <p:cNvSpPr/>
            <p:nvPr/>
          </p:nvSpPr>
          <p:spPr>
            <a:xfrm flipV="1">
              <a:off x="8756640" y="46447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233;p24"/>
            <p:cNvSpPr/>
            <p:nvPr/>
          </p:nvSpPr>
          <p:spPr>
            <a:xfrm flipV="1">
              <a:off x="8797680" y="46861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234;p24"/>
            <p:cNvSpPr/>
            <p:nvPr/>
          </p:nvSpPr>
          <p:spPr>
            <a:xfrm flipV="1">
              <a:off x="8792640" y="46818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0" name="Google Shape;1235;p24"/>
          <p:cNvGrpSpPr/>
          <p:nvPr/>
        </p:nvGrpSpPr>
        <p:grpSpPr>
          <a:xfrm>
            <a:off x="8488440" y="4852440"/>
            <a:ext cx="174960" cy="26640"/>
            <a:chOff x="8488440" y="4852440"/>
            <a:chExt cx="174960" cy="26640"/>
          </a:xfrm>
        </p:grpSpPr>
        <p:sp>
          <p:nvSpPr>
            <p:cNvPr id="721" name="Google Shape;1236;p24"/>
            <p:cNvSpPr/>
            <p:nvPr/>
          </p:nvSpPr>
          <p:spPr>
            <a:xfrm flipV="1">
              <a:off x="848844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237;p24"/>
            <p:cNvSpPr/>
            <p:nvPr/>
          </p:nvSpPr>
          <p:spPr>
            <a:xfrm flipV="1">
              <a:off x="856260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1238;p24"/>
            <p:cNvSpPr/>
            <p:nvPr/>
          </p:nvSpPr>
          <p:spPr>
            <a:xfrm flipV="1">
              <a:off x="863676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" name="Google Shape;1383;p28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5" name="Google Shape;1384;p28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6" name="Google Shape;1385;p28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7" name="Google Shape;1386;p28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68" name="Google Shape;1387;p28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869" name="Google Shape;1388;p28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389;p28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390;p28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391;p28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392;p28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393;p28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5" name="Google Shape;1394;p28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876" name="Google Shape;1395;p28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396;p28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397;p28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398;p28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0" name="Google Shape;1399;p28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881" name="Google Shape;1400;p28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401;p28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402;p28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403;p28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5" name="Google Shape;1404;p28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886" name="Google Shape;1405;p28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406;p28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407;p28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408;p28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409;p28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410;p28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92" name="Google Shape;1411;p28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893" name="Google Shape;1412;p28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413;p28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414;p28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96" name="Google Shape;1415;p28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7" name="Google Shape;1416;p28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8" name="Google Shape;1417;p28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99" name="Google Shape;1418;p28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900" name="Google Shape;1419;p28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420;p28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421;p28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422;p28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423;p28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424;p28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6" name="Google Shape;1425;p28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07" name="Google Shape;1426;p28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427;p28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428;p28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429;p28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1" name="Google Shape;1430;p28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12" name="Google Shape;1431;p28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432;p28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433;p28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434;p28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6" name="Google Shape;1435;p28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7" name="Google Shape;1436;p28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8" name="Google Shape;1437;p28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438;p28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Google Shape;1439;p28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1" name="Google Shape;1440;p28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2" name="Google Shape;1441;p28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23" name="Google Shape;1442;p28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443;p28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444;p28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6" name="Google Shape;1445;p28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927" name="Google Shape;1446;p28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447;p28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448;p28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0" name="Google Shape;1449;p28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931" name="Google Shape;1450;p28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451;p28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452;p28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1454;p29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935" name="Google Shape;1455;p29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936" name="Google Shape;1456;p29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37" name="Google Shape;1457;p29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938" name="Google Shape;1458;p29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1459;p29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0" name="Google Shape;1460;p29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1" name="Google Shape;1461;p29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2" name="Google Shape;1462;p29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943" name="Google Shape;1463;p29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4" name="Google Shape;1464;p29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5" name="Google Shape;1465;p29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6" name="Google Shape;1466;p29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7" name="Google Shape;1467;p29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948" name="Google Shape;1468;p29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1469;p29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1470;p29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1471;p29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2" name="Google Shape;1472;p29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3" name="Google Shape;1473;p29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1475;p30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955" name="Google Shape;1476;p30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56" name="Google Shape;1477;p30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957" name="Google Shape;1478;p30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8" name="Google Shape;1479;p3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9" name="Google Shape;1480;p30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1481;p30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1482;p30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1483;p30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3" name="Google Shape;1484;p30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964" name="Google Shape;1485;p30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5" name="Google Shape;1486;p30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6" name="Google Shape;1487;p30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7" name="Google Shape;1488;p30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8" name="Google Shape;1489;p3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969" name="Google Shape;1490;p30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0" name="Google Shape;1491;p30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1" name="Google Shape;1492;p30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2" name="Google Shape;1493;p30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973" name="Google Shape;1494;p30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74" name="Google Shape;1495;p30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975" name="Google Shape;1496;p30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6" name="Google Shape;1497;p30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7" name="Google Shape;1498;p30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8" name="Google Shape;1499;p30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9" name="Google Shape;1500;p30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0" name="Google Shape;1501;p30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1" name="Google Shape;1502;p30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982" name="Google Shape;1503;p30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3" name="Google Shape;1504;p30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4" name="Google Shape;1505;p30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5" name="Google Shape;1506;p30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6" name="Google Shape;1507;p30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987" name="Google Shape;1508;p30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8" name="Google Shape;1509;p3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9" name="Google Shape;1510;p30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0" name="Google Shape;1511;p30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1" name="Google Shape;1512;p30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992" name="Google Shape;1513;p30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3" name="Google Shape;1514;p30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4" name="Google Shape;1515;p30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5" name="Google Shape;1516;p30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996" name="Google Shape;1517;p30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7" name="Google Shape;1518;p30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8" name="Google Shape;1519;p3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9" name="Google Shape;1520;p30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00" name="Google Shape;1521;p30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1" name="Google Shape;1522;p30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2" name="Google Shape;1523;p30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3" name="Google Shape;1524;p30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04" name="Google Shape;1525;p30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5" name="Google Shape;1526;p30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6" name="Google Shape;1527;p30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07" name="Google Shape;1528;p30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008" name="Google Shape;1529;p30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sp>
          <p:nvSpPr>
            <p:cNvPr id="1009" name="Google Shape;1530;p30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531;p30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532;p30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2" name="Google Shape;1533;p30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014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18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019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20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021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2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5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6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27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028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9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0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1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32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033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5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6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37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38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039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3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5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046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0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051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5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056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9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060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3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64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5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6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7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68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9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0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71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072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073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5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535;p31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079" name="Google Shape;1536;p31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0" name="Google Shape;1537;p31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1" name="Google Shape;1538;p31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2" name="Google Shape;1539;p31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083" name="Google Shape;1540;p31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084" name="Google Shape;1541;p31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1542;p31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1543;p31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7" name="Google Shape;1544;p31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8" name="Google Shape;1545;p31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9" name="Google Shape;1546;p31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0" name="Google Shape;1547;p31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091" name="Google Shape;1548;p31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1549;p31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3" name="Google Shape;1550;p31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4" name="Google Shape;1551;p31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5" name="Google Shape;1552;p31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096" name="Google Shape;1553;p31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7" name="Google Shape;1554;p31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8" name="Google Shape;1555;p31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9" name="Google Shape;1556;p31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0" name="Google Shape;1557;p31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01" name="Google Shape;1558;p31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2" name="Google Shape;1559;p31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3" name="Google Shape;1560;p31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4" name="Google Shape;1561;p31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5" name="Google Shape;1562;p31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6" name="Google Shape;1563;p31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7" name="Google Shape;1564;p31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08" name="Google Shape;1565;p31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9" name="Google Shape;1566;p31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0" name="Google Shape;1567;p31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11" name="Google Shape;1568;p31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2" name="Google Shape;1569;p31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3" name="Google Shape;1570;p31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114" name="Google Shape;1571;p31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15" name="Google Shape;1572;p31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6" name="Google Shape;1573;p31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1574;p31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1575;p31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9" name="Google Shape;1576;p31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1577;p31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1" name="Google Shape;1578;p31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22" name="Google Shape;1579;p31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1580;p31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4" name="Google Shape;1581;p31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5" name="Google Shape;1582;p31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6" name="Google Shape;1583;p31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27" name="Google Shape;1584;p31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8" name="Google Shape;1585;p31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9" name="Google Shape;1586;p31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0" name="Google Shape;1587;p31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31" name="Google Shape;1588;p31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589;p31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1590;p31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591;p31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592;p31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1593;p31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37" name="Google Shape;1594;p31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138" name="Google Shape;1595;p31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9" name="Google Shape;1596;p31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0" name="Google Shape;1597;p31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41" name="Google Shape;1598;p31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142" name="Google Shape;1599;p31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3" name="Google Shape;1600;p31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4" name="Google Shape;1601;p31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" name="Google Shape;1603;p32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146" name="Google Shape;1604;p32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605;p32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rgbClr val="d6e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2624400" y="101844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9" name="Google Shape;1607;p32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150" name="Google Shape;1608;p32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1" name="Google Shape;1609;p32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2" name="Google Shape;1610;p32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3" name="Google Shape;1611;p32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54" name="Google Shape;1612;p32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155" name="Google Shape;1613;p32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6" name="Google Shape;1614;p32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7" name="Google Shape;1615;p32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8" name="Google Shape;1616;p32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9" name="Google Shape;1617;p32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0" name="Google Shape;1618;p32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1" name="Google Shape;1619;p32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162" name="Google Shape;1620;p32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1621;p32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4" name="Google Shape;1622;p32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5" name="Google Shape;1623;p32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6" name="Google Shape;1624;p32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167" name="Google Shape;1625;p32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8" name="Google Shape;1626;p32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9" name="Google Shape;1627;p32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0" name="Google Shape;1628;p32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1" name="Google Shape;1629;p32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72" name="Google Shape;1630;p32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1631;p32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1632;p32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5" name="Google Shape;1633;p32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6" name="Google Shape;1634;p32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7" name="Google Shape;1635;p32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8" name="Google Shape;1636;p32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79" name="Google Shape;1637;p32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0" name="Google Shape;1638;p32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1" name="Google Shape;1639;p32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82" name="Google Shape;1640;p32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3" name="Google Shape;1641;p32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4" name="Google Shape;1642;p32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85" name="Google Shape;1643;p32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86" name="Google Shape;1644;p32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7" name="Google Shape;1645;p32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8" name="Google Shape;1646;p32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9" name="Google Shape;1647;p32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0" name="Google Shape;1648;p32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1" name="Google Shape;1649;p32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2" name="Google Shape;1650;p32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93" name="Google Shape;1651;p32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4" name="Google Shape;1652;p32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5" name="Google Shape;1653;p32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6" name="Google Shape;1654;p32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7" name="Google Shape;1655;p32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98" name="Google Shape;1656;p32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1657;p32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0" name="Google Shape;1658;p32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1" name="Google Shape;1659;p32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02" name="Google Shape;1660;p32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661;p32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662;p32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663;p32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1664;p32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665;p32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08" name="Google Shape;1666;p32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209" name="Google Shape;1667;p32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0" name="Google Shape;1668;p32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1" name="Google Shape;1669;p32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2" name="Google Shape;1670;p32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213" name="Google Shape;1671;p32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4" name="Google Shape;1672;p32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5" name="Google Shape;1673;p32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body"/>
          </p:nvPr>
        </p:nvSpPr>
        <p:spPr>
          <a:xfrm>
            <a:off x="1881360" y="1246680"/>
            <a:ext cx="213300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4220280" y="1246680"/>
            <a:ext cx="309960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19" name="Google Shape;1679;p3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20" name="Google Shape;1680;p3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21" name="Google Shape;1681;p3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22" name="Google Shape;1682;p3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3" name="Google Shape;1683;p3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1684;p3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1685;p3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6" name="Google Shape;1686;p3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7" name="Google Shape;1687;p3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8" name="Google Shape;1688;p3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29" name="Google Shape;1689;p3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0" name="Google Shape;1690;p3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1" name="Google Shape;1691;p3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2" name="Google Shape;1692;p3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3" name="Google Shape;1693;p3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34" name="Google Shape;1694;p3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5" name="Google Shape;1695;p3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6" name="Google Shape;1696;p3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7" name="Google Shape;1697;p3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38" name="Google Shape;1698;p3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39" name="Google Shape;1699;p3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240" name="Google Shape;1700;p3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1" name="Google Shape;1701;p3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2" name="Google Shape;1702;p3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3" name="Google Shape;1703;p3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4" name="Google Shape;1704;p3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5" name="Google Shape;1705;p3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6" name="Google Shape;1706;p3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47" name="Google Shape;1707;p3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8" name="Google Shape;1708;p3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9" name="Google Shape;1709;p3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0" name="Google Shape;1710;p3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1" name="Google Shape;1711;p3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52" name="Google Shape;1712;p3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3" name="Google Shape;1713;p3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4" name="Google Shape;1714;p3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5" name="Google Shape;1715;p3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6" name="Google Shape;1716;p3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57" name="Google Shape;1717;p3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8" name="Google Shape;1718;p3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9" name="Google Shape;1719;p3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0" name="Google Shape;1720;p3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61" name="Google Shape;1721;p3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2" name="Google Shape;1722;p3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3" name="Google Shape;1723;p3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4" name="Google Shape;1724;p3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65" name="Google Shape;1725;p3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6" name="Google Shape;1726;p3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7" name="Google Shape;1727;p3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8" name="Google Shape;1728;p3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69" name="Google Shape;1729;p3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0" name="Google Shape;1730;p3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1" name="Google Shape;1731;p3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72" name="Google Shape;1732;p3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73" name="Google Shape;1733;p3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274" name="Google Shape;1734;p3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735;p3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736;p3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737;p3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1807560" y="338400"/>
            <a:ext cx="5528520" cy="6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9" name="PlaceHolder 2"/>
          <p:cNvSpPr>
            <a:spLocks noGrp="1"/>
          </p:cNvSpPr>
          <p:nvPr>
            <p:ph type="title"/>
          </p:nvPr>
        </p:nvSpPr>
        <p:spPr>
          <a:xfrm>
            <a:off x="2779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title"/>
          </p:nvPr>
        </p:nvSpPr>
        <p:spPr>
          <a:xfrm>
            <a:off x="5641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1" name="Google Shape;183;p5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82" name="Google Shape;184;p5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83" name="Google Shape;185;p5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84" name="Google Shape;186;p5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187;p5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188;p5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189;p5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8" name="Google Shape;190;p5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9" name="Google Shape;191;p5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0" name="Google Shape;192;p5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91" name="Google Shape;193;p5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194;p5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3" name="Google Shape;195;p5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4" name="Google Shape;196;p5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5" name="Google Shape;197;p5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96" name="Google Shape;198;p5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199;p5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8" name="Google Shape;200;p5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9" name="Google Shape;201;p5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00" name="Google Shape;202;p5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01" name="Google Shape;203;p5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02" name="Google Shape;204;p5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3" name="Google Shape;205;p5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4" name="Google Shape;206;p5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5" name="Google Shape;207;p5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6" name="Google Shape;208;p5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7" name="Google Shape;209;p5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08" name="Google Shape;210;p5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09" name="Google Shape;211;p5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0" name="Google Shape;212;p5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1" name="Google Shape;213;p5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2" name="Google Shape;214;p5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3" name="Google Shape;215;p5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14" name="Google Shape;216;p5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217;p5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218;p5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219;p5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8" name="Google Shape;220;p5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19" name="Google Shape;221;p5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0" name="Google Shape;222;p5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223;p5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2" name="Google Shape;224;p5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23" name="Google Shape;225;p5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226;p5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227;p5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6" name="Google Shape;228;p5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27" name="Google Shape;229;p5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230;p5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231;p5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0" name="Google Shape;232;p5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31" name="Google Shape;233;p5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234;p5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235;p5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34" name="Google Shape;236;p5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35" name="Google Shape;237;p5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36" name="Google Shape;238;p5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239;p5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240;p5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241;p5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1823400" y="338400"/>
            <a:ext cx="5496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41" name="Google Shape;244;p6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342" name="Google Shape;245;p6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43" name="Google Shape;246;p6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44" name="Google Shape;247;p6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5" name="Google Shape;248;p6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6" name="Google Shape;249;p6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7" name="Google Shape;250;p6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8" name="Google Shape;251;p6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9" name="Google Shape;252;p6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0" name="Google Shape;253;p6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51" name="Google Shape;254;p6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2" name="Google Shape;255;p6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3" name="Google Shape;256;p6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4" name="Google Shape;257;p6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5" name="Google Shape;258;p6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356" name="Google Shape;259;p6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7" name="Google Shape;260;p6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8" name="Google Shape;261;p6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9" name="Google Shape;262;p6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60" name="Google Shape;263;p6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61" name="Google Shape;264;p6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62" name="Google Shape;265;p6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3" name="Google Shape;266;p6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267;p6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5" name="Google Shape;268;p6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6" name="Google Shape;269;p6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7" name="Google Shape;270;p6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8" name="Google Shape;271;p6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69" name="Google Shape;272;p6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273;p6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1" name="Google Shape;274;p6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2" name="Google Shape;275;p6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3" name="Google Shape;276;p6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74" name="Google Shape;277;p6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5" name="Google Shape;278;p6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6" name="Google Shape;279;p6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7" name="Google Shape;280;p6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8" name="Google Shape;281;p6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79" name="Google Shape;282;p6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0" name="Google Shape;283;p6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1" name="Google Shape;284;p6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2" name="Google Shape;285;p6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83" name="Google Shape;286;p6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4" name="Google Shape;287;p6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5" name="Google Shape;288;p6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6" name="Google Shape;289;p6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87" name="Google Shape;290;p6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8" name="Google Shape;291;p6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9" name="Google Shape;292;p6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90" name="Google Shape;293;p6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91" name="Google Shape;294;p6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295;p6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3" name="Google Shape;296;p6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94" name="Google Shape;297;p6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95" name="Google Shape;298;p6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96" name="Google Shape;299;p6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300;p6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301;p6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302;p6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804600" y="3319200"/>
            <a:ext cx="329148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01" name="Google Shape;306;p7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2" name="Google Shape;307;p7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3" name="Google Shape;308;p7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04" name="Google Shape;309;p7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405" name="Google Shape;310;p7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311;p7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312;p7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313;p7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314;p7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315;p7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1" name="Google Shape;316;p7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412" name="Google Shape;317;p7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318;p7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4" name="Google Shape;319;p7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5" name="Google Shape;320;p7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16" name="Google Shape;321;p7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7" name="Google Shape;322;p7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8" name="Google Shape;323;p7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9" name="Google Shape;324;p7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0" name="Google Shape;325;p7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1" name="Google Shape;326;p7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22" name="Google Shape;327;p7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423" name="Google Shape;328;p7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4" name="Google Shape;329;p7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330;p7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6" name="Google Shape;331;p7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427" name="Google Shape;332;p7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333;p7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9" name="Google Shape;334;p7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30" name="Google Shape;335;p7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431" name="Google Shape;336;p7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2" name="Google Shape;337;p7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338;p7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34" name="Google Shape;339;p7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35" name="Google Shape;340;p7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36" name="Google Shape;341;p7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437" name="Google Shape;342;p7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8" name="Google Shape;343;p7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9" name="Google Shape;344;p7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0" name="Google Shape;345;p7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1" name="Google Shape;346;p7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2" name="Google Shape;347;p7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3" name="Google Shape;348;p7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444" name="Google Shape;349;p7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5" name="Google Shape;350;p7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6" name="Google Shape;351;p7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7" name="Google Shape;352;p7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8" name="Google Shape;353;p7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449" name="Google Shape;354;p7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0" name="Google Shape;355;p7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1" name="Google Shape;356;p7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2" name="Google Shape;357;p7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3" name="Google Shape;358;p7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454" name="Google Shape;359;p7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360;p7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361;p7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7" name="Google Shape;362;p7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458" name="Google Shape;363;p7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364;p7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365;p7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1" name="Google Shape;367;p8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462" name="Google Shape;368;p8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369;p8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2624400" y="162072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65" name="Google Shape;371;p8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466" name="Google Shape;372;p8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7" name="Google Shape;373;p8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8" name="Google Shape;374;p8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9" name="Google Shape;375;p8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470" name="Google Shape;376;p8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471" name="Google Shape;377;p8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2" name="Google Shape;378;p8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3" name="Google Shape;379;p8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4" name="Google Shape;380;p8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5" name="Google Shape;381;p8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382;p8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7" name="Google Shape;383;p8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478" name="Google Shape;384;p8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385;p8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386;p8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1" name="Google Shape;387;p8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2" name="Google Shape;388;p8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483" name="Google Shape;389;p8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390;p8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5" name="Google Shape;391;p8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392;p8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7" name="Google Shape;393;p8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488" name="Google Shape;394;p8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395;p8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396;p8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397;p8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2" name="Google Shape;398;p8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3" name="Google Shape;399;p8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94" name="Google Shape;400;p8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495" name="Google Shape;401;p8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6" name="Google Shape;402;p8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7" name="Google Shape;403;p8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498" name="Google Shape;404;p8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99" name="Google Shape;405;p8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500" name="Google Shape;406;p8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01" name="Google Shape;407;p8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502" name="Google Shape;408;p8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3" name="Google Shape;409;p8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4" name="Google Shape;410;p8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5" name="Google Shape;411;p8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6" name="Google Shape;412;p8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7" name="Google Shape;413;p8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08" name="Google Shape;414;p8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509" name="Google Shape;415;p8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0" name="Google Shape;416;p8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1" name="Google Shape;417;p8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2" name="Google Shape;418;p8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13" name="Google Shape;419;p8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514" name="Google Shape;420;p8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5" name="Google Shape;421;p8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6" name="Google Shape;422;p8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7" name="Google Shape;423;p8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18" name="Google Shape;424;p8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425;p8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426;p8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427;p8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428;p8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429;p8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24" name="Google Shape;430;p8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525" name="Google Shape;431;p8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6" name="Google Shape;432;p8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7" name="Google Shape;433;p8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28" name="Google Shape;434;p8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529" name="Google Shape;435;p8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0" name="Google Shape;436;p8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1" name="Google Shape;437;p8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896040" y="2039040"/>
            <a:ext cx="3565800" cy="136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4899240" y="821880"/>
            <a:ext cx="3095640" cy="347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4" name="Google Shape;441;p9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5" name="Google Shape;442;p9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6" name="Google Shape;443;p9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37" name="Google Shape;444;p9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538" name="Google Shape;445;p9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446;p9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447;p9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448;p9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449;p9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450;p9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4" name="Google Shape;451;p9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545" name="Google Shape;452;p9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453;p9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7" name="Google Shape;454;p9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8" name="Google Shape;455;p9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9" name="Google Shape;456;p9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0" name="Google Shape;457;p9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1" name="Google Shape;458;p9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2" name="Google Shape;459;p9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3" name="Google Shape;460;p9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4" name="Google Shape;461;p9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55" name="Google Shape;462;p9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556" name="Google Shape;463;p9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7" name="Google Shape;464;p9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8" name="Google Shape;465;p9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9" name="Google Shape;466;p9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560" name="Google Shape;467;p9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1" name="Google Shape;468;p9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2" name="Google Shape;469;p9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3" name="Google Shape;470;p9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564" name="Google Shape;471;p9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5" name="Google Shape;472;p9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6" name="Google Shape;473;p9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67" name="Google Shape;474;p9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68" name="Google Shape;475;p9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69" name="Google Shape;476;p9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570" name="Google Shape;477;p9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1" name="Google Shape;478;p9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2" name="Google Shape;479;p9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3" name="Google Shape;480;p9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4" name="Google Shape;481;p9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5" name="Google Shape;482;p9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6" name="Google Shape;483;p9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577" name="Google Shape;484;p9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8" name="Google Shape;485;p9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9" name="Google Shape;486;p9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0" name="Google Shape;487;p9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1" name="Google Shape;488;p9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582" name="Google Shape;489;p9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3" name="Google Shape;490;p9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4" name="Google Shape;491;p9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5" name="Google Shape;492;p9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6" name="Google Shape;493;p9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587" name="Google Shape;494;p9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8" name="Google Shape;495;p9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9" name="Google Shape;496;p9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90" name="Google Shape;497;p9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591" name="Google Shape;498;p9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2" name="Google Shape;499;p9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3" name="Google Shape;500;p9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2"/>
          <p:cNvSpPr>
            <a:spLocks noGrp="1"/>
          </p:cNvSpPr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96" name="Google Shape;504;p10"/>
          <p:cNvCxnSpPr/>
          <p:nvPr/>
        </p:nvCxnSpPr>
        <p:spPr>
          <a:xfrm>
            <a:off x="590400" y="4340520"/>
            <a:ext cx="1213200" cy="423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97" name="Google Shape;505;p10"/>
          <p:cNvCxnSpPr/>
          <p:nvPr/>
        </p:nvCxnSpPr>
        <p:spPr>
          <a:xfrm flipV="1">
            <a:off x="7920" y="4332600"/>
            <a:ext cx="582840" cy="6544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8" name="Google Shape;506;p10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599" name="Google Shape;507;p10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508;p10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509;p10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510;p10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3" name="Google Shape;511;p10"/>
          <p:cNvGrpSpPr/>
          <p:nvPr/>
        </p:nvGrpSpPr>
        <p:grpSpPr>
          <a:xfrm>
            <a:off x="1646280" y="4616640"/>
            <a:ext cx="292680" cy="293040"/>
            <a:chOff x="1646280" y="4616640"/>
            <a:chExt cx="292680" cy="293040"/>
          </a:xfrm>
        </p:grpSpPr>
        <p:sp>
          <p:nvSpPr>
            <p:cNvPr id="1604" name="Google Shape;512;p10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513;p10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514;p10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515;p10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516;p10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517;p10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610" name="Google Shape;518;p10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611" name="Google Shape;519;p10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612" name="Google Shape;520;p10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613" name="Google Shape;521;p1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522;p10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523;p10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524;p10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525;p10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526;p10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9" name="Google Shape;527;p10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620" name="Google Shape;528;p10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529;p10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530;p10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531;p1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4" name="Google Shape;532;p10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625" name="Google Shape;533;p10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534;p10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535;p10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536;p10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9" name="Google Shape;537;p10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630" name="Google Shape;538;p10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539;p10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540;p1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3" name="Google Shape;541;p1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634" name="Google Shape;542;p10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543;p10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544;p10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546;p11"/>
          <p:cNvGrpSpPr/>
          <p:nvPr/>
        </p:nvGrpSpPr>
        <p:grpSpPr>
          <a:xfrm>
            <a:off x="1955160" y="1125000"/>
            <a:ext cx="5234040" cy="3069000"/>
            <a:chOff x="1955160" y="1125000"/>
            <a:chExt cx="5234040" cy="3069000"/>
          </a:xfrm>
        </p:grpSpPr>
        <p:sp>
          <p:nvSpPr>
            <p:cNvPr id="38" name="Google Shape;547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548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549;p11"/>
            <p:cNvSpPr/>
            <p:nvPr/>
          </p:nvSpPr>
          <p:spPr>
            <a:xfrm rot="10800000">
              <a:off x="1960920" y="1125000"/>
              <a:ext cx="5207760" cy="3068640"/>
            </a:xfrm>
            <a:custGeom>
              <a:avLst/>
              <a:gdLst>
                <a:gd name="textAreaLeft" fmla="*/ 0 w 5207760"/>
                <a:gd name="textAreaRight" fmla="*/ 5208120 w 5207760"/>
                <a:gd name="textAreaTop" fmla="*/ 0 h 3068640"/>
                <a:gd name="textAreaBottom" fmla="*/ 3069000 h 3068640"/>
              </a:gdLst>
              <a:ahLst/>
              <a:cxnLst/>
              <a:rect l="textAreaLeft" t="textAreaTop" r="textAreaRight" b="textAreaBottom"/>
              <a:pathLst>
                <a:path w="213267" h="206972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1" name="Google Shape;551;p11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2" name="Google Shape;552;p11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3" name="Google Shape;553;p11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4" name="Google Shape;554;p11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45" name="Google Shape;555;p11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6" name="Google Shape;556;p11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7;p11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58;p11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59;p11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60;p11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61;p11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562;p11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3" name="Google Shape;563;p11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564;p11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565;p11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566;p11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567;p11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8" name="Google Shape;568;p11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69;p11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570;p11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571;p11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" name="Google Shape;572;p11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3" name="Google Shape;573;p11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74;p11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75;p11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576;p11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577;p11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578;p11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" name="Google Shape;579;p11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70" name="Google Shape;580;p11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581;p11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582;p11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" name="Google Shape;583;p11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4" name="Google Shape;584;p11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5" name="Google Shape;585;p11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6" name="Google Shape;586;p11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7" name="Google Shape;587;p11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588;p11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589;p11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590;p11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591;p11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592;p11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" name="Google Shape;593;p11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4" name="Google Shape;594;p11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595;p11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596;p11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597;p11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" name="Google Shape;598;p11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9" name="Google Shape;599;p11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600;p11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601;p11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602;p11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3" name="Google Shape;603;p11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604;p11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605;p11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606;p11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607;p11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608;p11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9" name="Google Shape;609;p11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00" name="Google Shape;610;p11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611;p11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612;p11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" name="Google Shape;613;p11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4" name="Google Shape;614;p11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615;p11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616;p11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617;p11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8" name="Google Shape;618;p11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619;p11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620;p11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624400" y="2057400"/>
            <a:ext cx="3904200" cy="7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9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7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1638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4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5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5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6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0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1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2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3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4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5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6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7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8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760" bIns="86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9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0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1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2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3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4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7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8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9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0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1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2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3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4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000" bIns="81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1" name="PlaceHolder 1"/>
          <p:cNvSpPr>
            <a:spLocks noGrp="1"/>
          </p:cNvSpPr>
          <p:nvPr>
            <p:ph type="title"/>
          </p:nvPr>
        </p:nvSpPr>
        <p:spPr>
          <a:xfrm>
            <a:off x="4572000" y="1847880"/>
            <a:ext cx="4086000" cy="179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Software Testing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2"/>
          <p:cNvSpPr>
            <a:spLocks noGrp="1"/>
          </p:cNvSpPr>
          <p:nvPr>
            <p:ph type="subTitle"/>
          </p:nvPr>
        </p:nvSpPr>
        <p:spPr>
          <a:xfrm>
            <a:off x="4572000" y="3571920"/>
            <a:ext cx="408600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Comprehensive overview for trainees and placement-ready professionals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34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6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37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1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2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3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4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5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6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7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Introduction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8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Software testing ensures software meets quality, reliability, and user expectations. This presentation covers core concepts, methodologies, tools, and best practices to prepare trainees for real-world projects and interviews.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Refer to Elysium Academy resources and the GitHub repository for notes and resumes: https://github.com/Narthana-Elysium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0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Topic 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51" name="image69ba9f3d47471" descr="image69ba9f3d47475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2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53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4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55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56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7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8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0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1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66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Testing Fundamentals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7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Definition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: Testing is the process of evaluating software to find defects and verify requirements.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Key areas: test objectives,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test levels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(unit, integration, system, acceptance), and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test lifecycle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. Emphasize </a:t>
            </a: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quality assurance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the role of testers in the SDLC.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Testing Types Overview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9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Overview of functional vs. non-functional testing, including regression, smoke, sanity, performance, security, and compatibility , manual and automation testing.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Highlight when to apply each type, typical tools, and how testing type selection impacts release readiness and customer satisfaction.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70" name="image69ba9f3d57dd4" descr="image69ba9f3d57dd8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SDLC &amp; STLC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SDLC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defines software phases: requirements, design, development, testing, deployment, maintenance.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STLC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focuses on testing activities: requirement analysis, test planning, case design, environment setup, execution, defect reporting, closure. Emphasize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quality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ownership and early test involvement.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4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Topic 2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75" name="image69ba9f3d69353" descr="image69ba9f3d69357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6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77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79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80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1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2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3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4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5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90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Test Design Techniques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1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Use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Equivalence Partitioning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Boundary Value Analysis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to optimize test cases.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Apply decision tables, state transition testing, and use-case testing to cover complex logic while keeping </a:t>
            </a: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test coverage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efficient.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Tools &amp; Automation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3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Select tools by need: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Selenium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for UI,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Postman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for API,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JMeter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for performance,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JUnit/TestNG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for unit testing.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Integrate with CI/CD pipelines and version control to enable repeatable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automation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and faster feedback.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94" name="image69ba9f3d7999f" descr="image69ba9f3d799a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Reporting &amp; Metrics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6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Track defect density, test coverage, pass/fail rates, and mean time to detect to evaluate quality.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Use clear dashboards and concise reports for stakeholders, highlighting critical risks and release readiness with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actionable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insights.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7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98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00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901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4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5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6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7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8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9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0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11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Conclusions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2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Testing ensures product reliability and user satisfaction through systematic practices across SDLC.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Adopt robust test design, appropriate tools, and meaningful metrics to drive continuous improvement and placement-ready skills for trainees.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PlaceHolder 1"/>
          <p:cNvSpPr>
            <a:spLocks noGrp="1"/>
          </p:cNvSpPr>
          <p:nvPr>
            <p:ph type="title"/>
          </p:nvPr>
        </p:nvSpPr>
        <p:spPr>
          <a:xfrm>
            <a:off x="2104920" y="380880"/>
            <a:ext cx="4933440" cy="107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2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Thanks!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4" name="PlaceHolder 2"/>
          <p:cNvSpPr>
            <a:spLocks noGrp="1"/>
          </p:cNvSpPr>
          <p:nvPr>
            <p:ph type="subTitle"/>
          </p:nvPr>
        </p:nvSpPr>
        <p:spPr>
          <a:xfrm>
            <a:off x="3019320" y="1714680"/>
            <a:ext cx="3095280" cy="143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youremail@freepik.com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+91  620 421 838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yourcompany.com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5" name="PlaceHolder 3"/>
          <p:cNvSpPr>
            <a:spLocks noGrp="1"/>
          </p:cNvSpPr>
          <p:nvPr>
            <p:ph type="subTitle"/>
          </p:nvPr>
        </p:nvSpPr>
        <p:spPr>
          <a:xfrm>
            <a:off x="2676600" y="4229280"/>
            <a:ext cx="3790440" cy="4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Please keep this slide for attribution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6" name="Google Shape;3673;p65"/>
          <p:cNvGrpSpPr/>
          <p:nvPr/>
        </p:nvGrpSpPr>
        <p:grpSpPr>
          <a:xfrm>
            <a:off x="3733920" y="3221640"/>
            <a:ext cx="1680840" cy="338040"/>
            <a:chOff x="3733920" y="3221640"/>
            <a:chExt cx="1680840" cy="338040"/>
          </a:xfrm>
        </p:grpSpPr>
        <p:sp>
          <p:nvSpPr>
            <p:cNvPr id="1917" name="Google Shape;3674;p65"/>
            <p:cNvSpPr/>
            <p:nvPr/>
          </p:nvSpPr>
          <p:spPr>
            <a:xfrm>
              <a:off x="3733920" y="3221640"/>
              <a:ext cx="338040" cy="338040"/>
            </a:xfrm>
            <a:custGeom>
              <a:avLst/>
              <a:gdLst>
                <a:gd name="textAreaLeft" fmla="*/ 0 w 338040"/>
                <a:gd name="textAreaRight" fmla="*/ 338400 w 3380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18" name="Google Shape;3675;p65"/>
            <p:cNvGrpSpPr/>
            <p:nvPr/>
          </p:nvGrpSpPr>
          <p:grpSpPr>
            <a:xfrm>
              <a:off x="4165920" y="3221640"/>
              <a:ext cx="338040" cy="338040"/>
              <a:chOff x="4165920" y="3221640"/>
              <a:chExt cx="338040" cy="338040"/>
            </a:xfrm>
          </p:grpSpPr>
          <p:sp>
            <p:nvSpPr>
              <p:cNvPr id="1919" name="Google Shape;3676;p65"/>
              <p:cNvSpPr/>
              <p:nvPr/>
            </p:nvSpPr>
            <p:spPr>
              <a:xfrm>
                <a:off x="4266000" y="3321360"/>
                <a:ext cx="138600" cy="13860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138600"/>
                  <a:gd name="textAreaBottom" fmla="*/ 138960 h 138600"/>
                </a:gdLst>
                <a:ahLst/>
                <a:cxnLst/>
                <a:rect l="textAreaLeft" t="textAreaTop" r="textAreaRight" b="textAreaBottom"/>
                <a:pathLst>
                  <a:path w="8197" h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480" bIns="69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0" name="Google Shape;3677;p65"/>
              <p:cNvSpPr/>
              <p:nvPr/>
            </p:nvSpPr>
            <p:spPr>
              <a:xfrm>
                <a:off x="4205880" y="3261240"/>
                <a:ext cx="258840" cy="258840"/>
              </a:xfrm>
              <a:custGeom>
                <a:avLst/>
                <a:gdLst>
                  <a:gd name="textAreaLeft" fmla="*/ 0 w 258840"/>
                  <a:gd name="textAreaRight" fmla="*/ 259200 w 258840"/>
                  <a:gd name="textAreaTop" fmla="*/ 0 h 258840"/>
                  <a:gd name="textAreaBottom" fmla="*/ 259200 h 258840"/>
                </a:gdLst>
                <a:ahLst/>
                <a:cxnLst/>
                <a:rect l="textAreaLeft" t="textAreaTop" r="textAreaRight" b="textAreaBottom"/>
                <a:pathLst>
                  <a:path w="15300" h="15299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1" name="Google Shape;3678;p65"/>
              <p:cNvSpPr/>
              <p:nvPr/>
            </p:nvSpPr>
            <p:spPr>
              <a:xfrm>
                <a:off x="416592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4" h="19982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2" name="Google Shape;3679;p65"/>
              <p:cNvSpPr/>
              <p:nvPr/>
            </p:nvSpPr>
            <p:spPr>
              <a:xfrm>
                <a:off x="4384800" y="3301560"/>
                <a:ext cx="39240" cy="39240"/>
              </a:xfrm>
              <a:custGeom>
                <a:avLst/>
                <a:gdLst>
                  <a:gd name="textAreaLeft" fmla="*/ 0 w 39240"/>
                  <a:gd name="textAreaRight" fmla="*/ 39600 w 3924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2342" h="2343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9800" bIns="19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23" name="Google Shape;3680;p65"/>
            <p:cNvGrpSpPr/>
            <p:nvPr/>
          </p:nvGrpSpPr>
          <p:grpSpPr>
            <a:xfrm>
              <a:off x="4598280" y="3221640"/>
              <a:ext cx="338040" cy="338040"/>
              <a:chOff x="4598280" y="3221640"/>
              <a:chExt cx="338040" cy="338040"/>
            </a:xfrm>
          </p:grpSpPr>
          <p:sp>
            <p:nvSpPr>
              <p:cNvPr id="1924" name="Google Shape;3681;p65"/>
              <p:cNvSpPr/>
              <p:nvPr/>
            </p:nvSpPr>
            <p:spPr>
              <a:xfrm>
                <a:off x="4648680" y="3341160"/>
                <a:ext cx="59040" cy="1782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3514" h="10537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9280" bIns="89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5" name="Google Shape;3682;p65"/>
              <p:cNvSpPr/>
              <p:nvPr/>
            </p:nvSpPr>
            <p:spPr>
              <a:xfrm>
                <a:off x="4648680" y="3261960"/>
                <a:ext cx="59040" cy="5904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3514" h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6" name="Google Shape;3683;p65"/>
              <p:cNvSpPr/>
              <p:nvPr/>
            </p:nvSpPr>
            <p:spPr>
              <a:xfrm>
                <a:off x="4727880" y="3340800"/>
                <a:ext cx="158400" cy="178200"/>
              </a:xfrm>
              <a:custGeom>
                <a:avLst/>
                <a:gdLst>
                  <a:gd name="textAreaLeft" fmla="*/ 0 w 158400"/>
                  <a:gd name="textAreaRight" fmla="*/ 158760 w 15840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9368" h="10556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9280" bIns="89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7" name="Google Shape;3684;p65"/>
              <p:cNvSpPr/>
              <p:nvPr/>
            </p:nvSpPr>
            <p:spPr>
              <a:xfrm>
                <a:off x="459828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2" h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28" name="Google Shape;3685;p65"/>
            <p:cNvSpPr/>
            <p:nvPr/>
          </p:nvSpPr>
          <p:spPr>
            <a:xfrm>
              <a:off x="5074920" y="3252240"/>
              <a:ext cx="339840" cy="2768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0081" h="16377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2026-03-18T12:48:50Z</dcterms:created>
  <dc:creator>Unknown Creator</dc:creator>
  <dc:description/>
  <dc:language>en-US</dc:language>
  <cp:lastModifiedBy>Unknown Creator</cp:lastModifiedBy>
  <dcterms:modified xsi:type="dcterms:W3CDTF">2026-03-18T12:48:50Z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