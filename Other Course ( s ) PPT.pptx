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0000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759B549-C797-4AFF-8460-B985B493A02A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711331B-0269-4764-9161-627725CF34E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8IHCDAuMi4xMS4xyAdTgAgB&amp;sclient=gws-wiz-ser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OTHER COURSE ( S ) PPT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ELYSIUM ACADEMY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1 - Commerce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smtClean="0"/>
              <a:t>Commerce</a:t>
            </a:r>
          </a:p>
          <a:p>
            <a:r>
              <a:rPr lang="en-US" dirty="0" smtClean="0"/>
              <a:t>Commerce is the exchange, distribution, buying, and selling of goods and services. It acts as a bridge between producers and consumers. Commerce facilitates trade and economic development. Includes trade and auxiliaries to trade such as banking, insurance, transport, and warehousing.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of Commerce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Trade (Internal and International)</a:t>
            </a:r>
          </a:p>
          <a:p>
            <a:r>
              <a:rPr lang="en-US" dirty="0" smtClean="0"/>
              <a:t>Banking and Finance</a:t>
            </a:r>
          </a:p>
          <a:p>
            <a:r>
              <a:rPr lang="en-US" dirty="0" smtClean="0"/>
              <a:t>Insurance</a:t>
            </a:r>
          </a:p>
          <a:p>
            <a:r>
              <a:rPr lang="en-US" dirty="0" smtClean="0"/>
              <a:t>Transportation</a:t>
            </a:r>
          </a:p>
          <a:p>
            <a:r>
              <a:rPr lang="en-US" dirty="0" smtClean="0"/>
              <a:t>Warehousing</a:t>
            </a:r>
          </a:p>
          <a:p>
            <a:r>
              <a:rPr lang="en-US" dirty="0" smtClean="0"/>
              <a:t>Advertising and Marketing</a:t>
            </a:r>
          </a:p>
          <a:p>
            <a:r>
              <a:rPr lang="en-US" dirty="0" smtClean="0"/>
              <a:t>Communication Services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and Career Opportunities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Supports economic growth.</a:t>
            </a:r>
          </a:p>
          <a:p>
            <a:r>
              <a:rPr lang="en-US" dirty="0" smtClean="0"/>
              <a:t>Creates employment opportunities.</a:t>
            </a:r>
          </a:p>
          <a:p>
            <a:r>
              <a:rPr lang="en-US" dirty="0" smtClean="0"/>
              <a:t>Facilitates business expansion.</a:t>
            </a:r>
          </a:p>
          <a:p>
            <a:r>
              <a:rPr lang="en-US" dirty="0" smtClean="0"/>
              <a:t>Career options:</a:t>
            </a:r>
          </a:p>
          <a:p>
            <a:r>
              <a:rPr lang="en-US" dirty="0" smtClean="0"/>
              <a:t>Accountant</a:t>
            </a:r>
          </a:p>
          <a:p>
            <a:r>
              <a:rPr lang="en-US" dirty="0" smtClean="0"/>
              <a:t>Banker</a:t>
            </a:r>
          </a:p>
          <a:p>
            <a:r>
              <a:rPr lang="en-US" dirty="0" smtClean="0"/>
              <a:t>Financial Analyst</a:t>
            </a:r>
          </a:p>
          <a:p>
            <a:r>
              <a:rPr lang="en-US" dirty="0" smtClean="0"/>
              <a:t>Business Manager</a:t>
            </a:r>
          </a:p>
          <a:p>
            <a:r>
              <a:rPr lang="en-US" dirty="0" smtClean="0"/>
              <a:t>Auditor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https://</a:t>
            </a:r>
            <a:r>
              <a:rPr lang="en-US" dirty="0" smtClean="0"/>
              <a:t>www.google.com/search?q=commerece+tutorial&amp;rlz=1C1CHBD_enIN1039IN1039&amp;oq=commerece+tutorial&amp;gs_lcrp=EgZjaHJvbWUyBggAEEUYOTIJCAEQABgNGIAEMgkIAhAAGA0YgAQyDwgDEC4YDRivARjHARiABDIJCAQQABgNGIAEMgkIBRAAGA0YgAQyCAgGEAAYDRgeMggIBxAAGA0YHjIICAgQABgNGB4yCAgJEAAYFhge0gEJNDQ5M2oxajE1qAIIsAIB8QUJCktdvw-WovEFCQpLXb8PlqI&amp;sourceid=chrome&amp;ie=UTF-8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2 - Basics </a:t>
            </a:r>
            <a:r>
              <a:rPr lang="en-US" dirty="0" smtClean="0"/>
              <a:t>of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r>
              <a:rPr lang="en-US" dirty="0" smtClean="0"/>
              <a:t>to Information </a:t>
            </a:r>
            <a:r>
              <a:rPr lang="en-US" dirty="0" smtClean="0"/>
              <a:t>Technology</a:t>
            </a:r>
          </a:p>
          <a:p>
            <a:r>
              <a:rPr lang="en-US" dirty="0" smtClean="0"/>
              <a:t>IT refers to the use of computers and software to manage information. Helps in data processing, storage, communication, and security. Essential in modern businesses and industries.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of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Hardware (Computer, Printer, Scanner)</a:t>
            </a:r>
          </a:p>
          <a:p>
            <a:r>
              <a:rPr lang="en-US" dirty="0" smtClean="0"/>
              <a:t>Software (Operating System, Applications)</a:t>
            </a:r>
          </a:p>
          <a:p>
            <a:r>
              <a:rPr lang="en-US" dirty="0" smtClean="0"/>
              <a:t>Networks (Internet, LAN, WAN)</a:t>
            </a:r>
          </a:p>
          <a:p>
            <a:r>
              <a:rPr lang="en-US" dirty="0" smtClean="0"/>
              <a:t>Databases</a:t>
            </a:r>
          </a:p>
          <a:p>
            <a:r>
              <a:rPr lang="en-US" dirty="0" smtClean="0"/>
              <a:t>Cloud </a:t>
            </a:r>
            <a:r>
              <a:rPr lang="en-US" dirty="0" smtClean="0"/>
              <a:t>Computing</a:t>
            </a:r>
          </a:p>
          <a:p>
            <a:r>
              <a:rPr lang="en-US" dirty="0" smtClean="0"/>
              <a:t>Hardware (Computer, Printer, Scanner) Software (Operating System, Applications) Networks (Internet, LAN, WAN) Databases Cloud Computing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of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Education</a:t>
            </a:r>
          </a:p>
          <a:p>
            <a:r>
              <a:rPr lang="en-US" dirty="0" smtClean="0"/>
              <a:t>Healthcare</a:t>
            </a:r>
          </a:p>
          <a:p>
            <a:r>
              <a:rPr lang="en-US" dirty="0" smtClean="0"/>
              <a:t>Banking</a:t>
            </a:r>
          </a:p>
          <a:p>
            <a:r>
              <a:rPr lang="en-US" dirty="0" smtClean="0"/>
              <a:t>E-commerce</a:t>
            </a:r>
          </a:p>
          <a:p>
            <a:r>
              <a:rPr lang="en-US" dirty="0" smtClean="0"/>
              <a:t>Government Services</a:t>
            </a:r>
          </a:p>
          <a:p>
            <a:r>
              <a:rPr lang="en-US" dirty="0" smtClean="0"/>
              <a:t>Business Automation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https://</a:t>
            </a:r>
            <a:r>
              <a:rPr lang="en-US" dirty="0" smtClean="0"/>
              <a:t>www.google.com/search?q=Basics+of+IT+or+information+technology+and+Computer+Science+Tutorial&amp;sca_esv=61c81e9d6a134ee7&amp;rlz=1C1CHBD_enIN1039IN1039&amp;biw=1366&amp;bih=607&amp;sxsrf=ANbL-n4Qi0fBnd6B41tMxSNnxrURia2o_w%3A1781170845041&amp;ei=nYIqavX9Aebx4-EP28jZyA0&amp;ved=0ahUKEwi1wIK88v6UAxXm-DgGHVtkFtkQ4dUDCBA&amp;uact=5&amp;oq=Basics+of+IT+or+information+technology+and+Computer+Science+Tutorial&amp;gs_lp=Egxnd3Mtd2l6LXNlcnAiREJhc2ljcyBvZiBJVCBvciBpbmZvcm1hdGlvbiB0ZWNobm9sb2d5IGFuZCBDb21wdXRlciBTY2llbmNlIFR1dG9yaWFsSPk_UO4GWKUvcAF4AZABAJgBmAGgAYISqgEFMTAuMTK4AQPIAQD4AQGYAg6gAukLwgIKEAAYRxjWBBiwA8ICFxAuGNwGGLgGGNoGGNgCGMgDGLAD2AEBwgIHECMYsAIYJ8ICBRAAGO8FwgIIEAAYiQUYogTCAggQABiABBiiBMICCBAhGKABGMMEwgIKECEYChigARjDBMICBBAhGAqYAwCIBgGQBgu6BgQIARgZkgcEMy4xMaAHtGuyBwQyLjExuAfhC</a:t>
            </a:r>
            <a:r>
              <a:rPr lang="en-US" dirty="0" smtClean="0">
                <a:hlinkClick r:id="rId2" action="ppaction://hlinkfile"/>
              </a:rPr>
              <a:t>8IHCDAuMi4xMS4xyAdTgAgB&amp;sclient=gws-wiz-serp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3 - Multimedia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Introduction to </a:t>
            </a:r>
            <a:r>
              <a:rPr lang="en-US" dirty="0" smtClean="0">
                <a:solidFill>
                  <a:srgbClr val="FFFF00"/>
                </a:solidFill>
              </a:rPr>
              <a:t>Multimedia</a:t>
            </a:r>
          </a:p>
          <a:p>
            <a:r>
              <a:rPr lang="en-US" dirty="0" smtClean="0"/>
              <a:t>Multimedia combines multiple forms of media. Includes text, images, audio, video, and animation. Enhances user engagement and communication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Elements of </a:t>
            </a:r>
            <a:r>
              <a:rPr lang="en-US" dirty="0" smtClean="0">
                <a:solidFill>
                  <a:srgbClr val="FFFF00"/>
                </a:solidFill>
              </a:rPr>
              <a:t>Multimedia</a:t>
            </a:r>
          </a:p>
          <a:p>
            <a:r>
              <a:rPr lang="fr-FR" dirty="0" err="1" smtClean="0"/>
              <a:t>Text</a:t>
            </a:r>
            <a:r>
              <a:rPr lang="fr-FR" dirty="0" smtClean="0"/>
              <a:t> </a:t>
            </a:r>
            <a:r>
              <a:rPr lang="fr-FR" dirty="0" smtClean="0"/>
              <a:t>, </a:t>
            </a:r>
            <a:r>
              <a:rPr lang="fr-FR" dirty="0" err="1" smtClean="0"/>
              <a:t>Graphics</a:t>
            </a:r>
            <a:r>
              <a:rPr lang="fr-FR" dirty="0" smtClean="0"/>
              <a:t> , Audio , </a:t>
            </a:r>
            <a:r>
              <a:rPr lang="fr-FR" dirty="0" err="1" smtClean="0"/>
              <a:t>Video</a:t>
            </a:r>
            <a:r>
              <a:rPr lang="fr-FR" dirty="0" smtClean="0"/>
              <a:t> , Animation , Interactive Content and </a:t>
            </a:r>
            <a:r>
              <a:rPr lang="fr-FR" dirty="0" err="1" smtClean="0"/>
              <a:t>infographics</a:t>
            </a:r>
            <a:endParaRPr lang="fr-FR" dirty="0" smtClean="0"/>
          </a:p>
          <a:p>
            <a:r>
              <a:rPr lang="en-US" dirty="0" smtClean="0">
                <a:solidFill>
                  <a:srgbClr val="FFFF00"/>
                </a:solidFill>
              </a:rPr>
              <a:t>Applications of </a:t>
            </a:r>
            <a:r>
              <a:rPr lang="en-US" dirty="0" smtClean="0">
                <a:solidFill>
                  <a:srgbClr val="FFFF00"/>
                </a:solidFill>
              </a:rPr>
              <a:t>Multimedia</a:t>
            </a:r>
          </a:p>
          <a:p>
            <a:r>
              <a:rPr lang="en-US" dirty="0" smtClean="0"/>
              <a:t>Education and E-Learning </a:t>
            </a:r>
            <a:r>
              <a:rPr lang="en-US" dirty="0" smtClean="0"/>
              <a:t>, Entertainment </a:t>
            </a:r>
            <a:r>
              <a:rPr lang="en-US" dirty="0" smtClean="0"/>
              <a:t>and Gaming Advertising and Marketing </a:t>
            </a:r>
            <a:r>
              <a:rPr lang="en-US" dirty="0" smtClean="0"/>
              <a:t>, Web </a:t>
            </a:r>
            <a:r>
              <a:rPr lang="en-US" dirty="0" smtClean="0"/>
              <a:t>Development </a:t>
            </a:r>
            <a:r>
              <a:rPr lang="en-US" dirty="0" smtClean="0"/>
              <a:t>and Virtual </a:t>
            </a:r>
            <a:r>
              <a:rPr lang="en-US" dirty="0" smtClean="0"/>
              <a:t>Reality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https://</a:t>
            </a:r>
            <a:r>
              <a:rPr lang="en-US" dirty="0" smtClean="0"/>
              <a:t>www.google.com/search?q=multimedia+tutorial&amp;rlz=1C1CHBD_enIN1039IN1039&amp;oq=multimedia+tutorial&amp;gs_lcrp=EgZjaHJvbWUyBggAEEUYOTIHCAEQABiABDIICAIQABgWGB4yCAgDEAAYFhgeMgoIBBAAGAoYFhgeMggIBRAAGBYYHjIICAYQABgWGB4yCAgHEAAYFhgeMggICBAAGBYYHjIICAkQABgWGB7SAQk1NDEyajFqMTWoAgiwAgHxBdrgBZi4xfoL&amp;sourceid=chrome&amp;ie=UTF-8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Topic 4 - Data </a:t>
            </a:r>
            <a:r>
              <a:rPr lang="en-US" dirty="0" smtClean="0"/>
              <a:t>Structures and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smtClean="0"/>
              <a:t>DSA</a:t>
            </a:r>
          </a:p>
          <a:p>
            <a:r>
              <a:rPr lang="en-US" dirty="0" smtClean="0"/>
              <a:t>Data Structures organize and store data efficiently. Algorithms are step-by-step procedures for solving problems. Foundation of software development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Types of Data </a:t>
            </a:r>
            <a:r>
              <a:rPr lang="en-US" dirty="0" smtClean="0"/>
              <a:t>Structures</a:t>
            </a:r>
          </a:p>
          <a:p>
            <a:r>
              <a:rPr lang="en-US" dirty="0" smtClean="0"/>
              <a:t>Array </a:t>
            </a:r>
            <a:r>
              <a:rPr lang="en-US" dirty="0" smtClean="0"/>
              <a:t>, Linked </a:t>
            </a:r>
            <a:r>
              <a:rPr lang="en-US" dirty="0" smtClean="0"/>
              <a:t>List </a:t>
            </a:r>
            <a:r>
              <a:rPr lang="en-US" dirty="0" smtClean="0"/>
              <a:t>, Stack , Queue ,  </a:t>
            </a:r>
            <a:r>
              <a:rPr lang="en-US" dirty="0" smtClean="0"/>
              <a:t>Tree Graph </a:t>
            </a:r>
            <a:r>
              <a:rPr lang="en-US" dirty="0" smtClean="0"/>
              <a:t>and Hash Table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Importance of Algorithms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Improves performance and efficiency. Reduces execution time. Optimizes memory usage. Used in search engines, AI, and databases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References</a:t>
            </a:r>
          </a:p>
          <a:p>
            <a:r>
              <a:rPr lang="en-US" dirty="0" smtClean="0"/>
              <a:t>https://</a:t>
            </a:r>
            <a:r>
              <a:rPr lang="en-US" dirty="0" smtClean="0"/>
              <a:t>www.google.com/search?q=data+structures+and+algorithms+tutorialspoint&amp;rlz=1C1CHBD_enIN1039IN1039&amp;oq=data+structures+and+algorithms+tutorial&amp;gs_lcrp=EgZjaHJvbWUqDQgAEAAYkQIYgAQYigUyDQgAEAAYkQIYgAQYigUyBggBEEUYOTIHCAIQABiABDIMCAMQABgUGIcCGIAEMggIBBAAGBYYHjIICAUQABgWGB4yCAgGEAAYFhgeMggIBxAAGBYYHjIICAgQABgWGB4yCAgJEAAYFhge0gEKMTAwODdqMGoxNagCCLACAfEFnPZRk0DPfBHxBZz2UZNAz3wR&amp;sourceid=chrome&amp;ie=UTF-8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5 - MEAN </a:t>
            </a:r>
            <a:r>
              <a:rPr lang="en-US" dirty="0" smtClean="0"/>
              <a:t>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Introduction to MEAN Stack</a:t>
            </a:r>
          </a:p>
          <a:p>
            <a:r>
              <a:rPr lang="en-US" dirty="0" smtClean="0"/>
              <a:t>MEAN is a full-stack JavaScript framework. </a:t>
            </a:r>
          </a:p>
          <a:p>
            <a:r>
              <a:rPr lang="en-US" dirty="0" smtClean="0"/>
              <a:t>Used for developing dynamic web applications. </a:t>
            </a:r>
          </a:p>
          <a:p>
            <a:r>
              <a:rPr lang="en-US" dirty="0" smtClean="0"/>
              <a:t>Components : </a:t>
            </a:r>
            <a:endParaRPr lang="en-US" dirty="0" smtClean="0"/>
          </a:p>
          <a:p>
            <a:pPr lvl="1"/>
            <a:r>
              <a:rPr lang="en-US" dirty="0" err="1" smtClean="0"/>
              <a:t>MongoDB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Express.js </a:t>
            </a:r>
          </a:p>
          <a:p>
            <a:pPr lvl="1"/>
            <a:r>
              <a:rPr lang="en-US" dirty="0" smtClean="0"/>
              <a:t>Angular </a:t>
            </a:r>
          </a:p>
          <a:p>
            <a:pPr lvl="1"/>
            <a:r>
              <a:rPr lang="en-US" dirty="0" smtClean="0"/>
              <a:t>Node.js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of MEAN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MongoDB</a:t>
            </a:r>
            <a:r>
              <a:rPr lang="en-US" dirty="0" smtClean="0"/>
              <a:t>: </a:t>
            </a:r>
            <a:r>
              <a:rPr lang="en-US" dirty="0" err="1" smtClean="0"/>
              <a:t>NoSQL</a:t>
            </a:r>
            <a:r>
              <a:rPr lang="en-US" dirty="0" smtClean="0"/>
              <a:t> Database Express.js: Backend Framework Angular: Frontend Framework Node.js: Server Runtime Environment </a:t>
            </a:r>
            <a:endParaRPr lang="en-US" dirty="0" smtClean="0"/>
          </a:p>
          <a:p>
            <a:r>
              <a:rPr lang="en-US" b="1" dirty="0" smtClean="0"/>
              <a:t>Benefits and Applications</a:t>
            </a:r>
          </a:p>
          <a:p>
            <a:r>
              <a:rPr lang="en-US" dirty="0" smtClean="0"/>
              <a:t>Single Language (JavaScript) </a:t>
            </a:r>
          </a:p>
          <a:p>
            <a:r>
              <a:rPr lang="en-US" dirty="0" smtClean="0"/>
              <a:t>High Scalability </a:t>
            </a:r>
          </a:p>
          <a:p>
            <a:r>
              <a:rPr lang="en-US" dirty="0" smtClean="0"/>
              <a:t>Faster Development </a:t>
            </a:r>
          </a:p>
          <a:p>
            <a:r>
              <a:rPr lang="en-US" dirty="0" smtClean="0"/>
              <a:t>Real-Time Applications </a:t>
            </a:r>
          </a:p>
          <a:p>
            <a:r>
              <a:rPr lang="en-US" dirty="0" smtClean="0"/>
              <a:t>Enterprise Web Applications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https://</a:t>
            </a:r>
            <a:r>
              <a:rPr lang="en-US" dirty="0" smtClean="0"/>
              <a:t>www.google.com/search?q=mean+stack+tutorial+or+free+tutorial&amp;sca_esv=61c81e9d6a134ee7&amp;rlz=1C1CHBD_enIN1039IN1039&amp;biw=1366&amp;bih=607&amp;sxsrf=ANbL-n4mmQtE1iYFL2SvR83bI0shQFT5HA%3A1781171381612&amp;ei=tYQqas72JJmo4-EPtcqp4Qk&amp;ved=0ahUKEwiOpfC79P6UAxUZ1DgGHTVlKpwQ4dUDCBA&amp;uact=5&amp;oq=mean+stack+tutorial+or+free+tutorial&amp;gs_lp=Egxnd3Mtd2l6LXNlcnAiJG1lYW4gc3RhY2sgdHV0b3JpYWwgb3IgZnJlZSB0dXRvcmlhbDIHECEYChigATIFECEYnwUyBRAhGJ8FSJIsUPgLWJ8pcAF4AZABAJgBlgGgAcoLqgEEMS4xMrgBA8gBAPgBAZgCDqAC5QzCAgoQABhHGNYEGLADwgIXEC4Y3AYYuAYY2gYY2AIYyAMYsAPYAQHCAgcQIxiwAhgnwgIFEAAY7wXCAggQABiABBiiBMICCBAAGIkFGKIEwgIKECEYChigARjDBMICBhAAGBYYHpgDAIgGAZAGC7oGBAgBGBmSBwQyLjEyoAeMPbIHBDEuMTK4B94MwgcIMC4xLjEwLjPIB1yACAE&amp;sclient=gws-wiz-serp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Topic 6 - Business </a:t>
            </a:r>
            <a:r>
              <a:rPr lang="en-US" dirty="0" smtClean="0"/>
              <a:t>Intelligence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Introduction to Business Intelligence </a:t>
            </a:r>
            <a:r>
              <a:rPr lang="en-US" b="1" dirty="0" smtClean="0"/>
              <a:t>( BI )</a:t>
            </a:r>
            <a:endParaRPr lang="en-US" b="1" dirty="0" smtClean="0"/>
          </a:p>
          <a:p>
            <a:r>
              <a:rPr lang="en-US" dirty="0" smtClean="0"/>
              <a:t>BI converts raw data into meaningful insights. </a:t>
            </a:r>
          </a:p>
          <a:p>
            <a:r>
              <a:rPr lang="en-US" dirty="0" smtClean="0"/>
              <a:t>Helps organizations make informed decisions. </a:t>
            </a:r>
          </a:p>
          <a:p>
            <a:r>
              <a:rPr lang="en-US" dirty="0" smtClean="0"/>
              <a:t>Supports strategic planning.</a:t>
            </a:r>
          </a:p>
          <a:p>
            <a:r>
              <a:rPr lang="en-US" b="1" dirty="0" smtClean="0"/>
              <a:t>BI Process</a:t>
            </a:r>
          </a:p>
          <a:p>
            <a:r>
              <a:rPr lang="en-US" dirty="0" smtClean="0"/>
              <a:t>Data Collection </a:t>
            </a:r>
          </a:p>
          <a:p>
            <a:r>
              <a:rPr lang="en-US" dirty="0" smtClean="0"/>
              <a:t>Data Warehousing </a:t>
            </a:r>
          </a:p>
          <a:p>
            <a:r>
              <a:rPr lang="en-US" dirty="0" smtClean="0"/>
              <a:t>Data Analysis </a:t>
            </a:r>
          </a:p>
          <a:p>
            <a:r>
              <a:rPr lang="en-US" dirty="0" smtClean="0"/>
              <a:t>Reporting </a:t>
            </a:r>
          </a:p>
          <a:p>
            <a:r>
              <a:rPr lang="en-US" dirty="0" smtClean="0"/>
              <a:t>Dashboard Visualization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BI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Better Decision Making Increased Productivity Improved Customer Satisfaction Competitive </a:t>
            </a:r>
            <a:r>
              <a:rPr lang="en-US" dirty="0" smtClean="0"/>
              <a:t>Advantage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References</a:t>
            </a:r>
          </a:p>
          <a:p>
            <a:r>
              <a:rPr lang="en-US" dirty="0" smtClean="0"/>
              <a:t>https://</a:t>
            </a:r>
            <a:r>
              <a:rPr lang="en-US" dirty="0" smtClean="0"/>
              <a:t>www.google.com/search?q=Business+Intelligence+Tutorial&amp;rlz=1C1CHBD_enIN1039IN1039&amp;oq=Business+Intelligence+Tutorial&amp;gs_lcrp=EgZjaHJvbWUyBggAEEUYOTIICAEQABgWGB4yCAgCEAAYFhgeMggIAxAAGBYYHjIICAQQABgWGB4yCAgFEAAYFhgeMggIBhAAGBYYHjIICAcQABgWGB4yCAgIEAAYFhgeMggICRAAGBYYHtIBCTM4OTlqMWoxNagCCLACAfEF49VntRCEKRTxBePVZ7UQhCkU&amp;sourceid=chrome&amp;ie=UTF-8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7 - Business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 to Business </a:t>
            </a:r>
            <a:r>
              <a:rPr lang="en-US" dirty="0" smtClean="0"/>
              <a:t>Analysis</a:t>
            </a:r>
          </a:p>
          <a:p>
            <a:r>
              <a:rPr lang="en-US" dirty="0" smtClean="0"/>
              <a:t>Identifies business needs and solutions. Bridges the gap between stakeholders and technology teams. Improves organizational performance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Business Analysis Process</a:t>
            </a:r>
          </a:p>
          <a:p>
            <a:r>
              <a:rPr lang="en-US" dirty="0" smtClean="0"/>
              <a:t>Requirement Gathering </a:t>
            </a:r>
          </a:p>
          <a:p>
            <a:r>
              <a:rPr lang="en-US" dirty="0" smtClean="0"/>
              <a:t>Requirement Analysis </a:t>
            </a:r>
          </a:p>
          <a:p>
            <a:r>
              <a:rPr lang="en-US" dirty="0" smtClean="0"/>
              <a:t>Documentation </a:t>
            </a:r>
          </a:p>
          <a:p>
            <a:r>
              <a:rPr lang="en-US" dirty="0" smtClean="0"/>
              <a:t>Solution Design </a:t>
            </a:r>
          </a:p>
          <a:p>
            <a:r>
              <a:rPr lang="en-US" dirty="0" smtClean="0"/>
              <a:t>Validation and Testing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Roles and </a:t>
            </a:r>
            <a:r>
              <a:rPr lang="en-US" dirty="0" smtClean="0">
                <a:solidFill>
                  <a:srgbClr val="FFFF00"/>
                </a:solidFill>
              </a:rPr>
              <a:t>Benefits</a:t>
            </a:r>
          </a:p>
          <a:p>
            <a:r>
              <a:rPr lang="en-US" dirty="0" smtClean="0"/>
              <a:t>Business Analyst System Analyst Functional Consultant Improved Business Processes Reduced Project </a:t>
            </a:r>
            <a:r>
              <a:rPr lang="en-US" dirty="0" smtClean="0"/>
              <a:t>Risks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References</a:t>
            </a:r>
          </a:p>
          <a:p>
            <a:r>
              <a:rPr lang="en-US" dirty="0" smtClean="0"/>
              <a:t>https://</a:t>
            </a:r>
            <a:r>
              <a:rPr lang="en-US" dirty="0" smtClean="0"/>
              <a:t>www.google.com/search?q=Business+Analysis+Tutorial&amp;rlz=1C1CHBD_enIN1039IN1039&amp;oq=Business+Analysis+Tutorial&amp;gs_lcrp=EgZjaHJvbWUyBggAEEUYOTIICAEQABgWGB4yCAgCEAAYFhgeMggIAxAAGBYYHjIICAQQABgWGB4yCAgFEAAYFhgeMggIBhAAGBYYHjIICAcQABgWGB4yCAgIEAAYFhgeMggICRAAGBYYHtIBCTM4MTVqMWoxNagCCLACAfEFK-YjeFz34HzxBSvmI3hc9-B8&amp;sourceid=chrome&amp;ie=UTF-8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8 - Business </a:t>
            </a:r>
            <a:r>
              <a:rPr lang="en-US" dirty="0" smtClean="0"/>
              <a:t>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Introduction to Business </a:t>
            </a:r>
            <a:r>
              <a:rPr lang="en-US" dirty="0" smtClean="0">
                <a:solidFill>
                  <a:srgbClr val="FFFF00"/>
                </a:solidFill>
              </a:rPr>
              <a:t>Analytics</a:t>
            </a:r>
          </a:p>
          <a:p>
            <a:r>
              <a:rPr lang="en-US" dirty="0" smtClean="0"/>
              <a:t>Uses data, statistics, and technology to support decision-making. Focuses on identifying trends and patterns. Drives business growth</a:t>
            </a:r>
            <a:r>
              <a:rPr lang="en-US" dirty="0" smtClean="0"/>
              <a:t>.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Types of Business </a:t>
            </a:r>
            <a:r>
              <a:rPr lang="en-US" dirty="0" smtClean="0">
                <a:solidFill>
                  <a:srgbClr val="FFFF00"/>
                </a:solidFill>
              </a:rPr>
              <a:t>Analytics</a:t>
            </a:r>
          </a:p>
          <a:p>
            <a:r>
              <a:rPr lang="en-US" dirty="0" smtClean="0"/>
              <a:t>Descriptive Analytics Diagnostic Analytics Predictive Analytics Prescriptive </a:t>
            </a:r>
            <a:r>
              <a:rPr lang="en-US" dirty="0" smtClean="0"/>
              <a:t>Analytics</a:t>
            </a:r>
          </a:p>
          <a:p>
            <a:r>
              <a:rPr lang="en-US" b="1" dirty="0" smtClean="0">
                <a:solidFill>
                  <a:srgbClr val="FFFF00"/>
                </a:solidFill>
              </a:rPr>
              <a:t>Tools and </a:t>
            </a:r>
            <a:r>
              <a:rPr lang="en-US" b="1" dirty="0" smtClean="0">
                <a:solidFill>
                  <a:srgbClr val="FFFF00"/>
                </a:solidFill>
              </a:rPr>
              <a:t>Benefits</a:t>
            </a:r>
          </a:p>
          <a:p>
            <a:r>
              <a:rPr lang="en-US" dirty="0" smtClean="0"/>
              <a:t>Power BI Tableau Excel Python Better Forecasting Data-Driven Decisions Increased Profitability</a:t>
            </a:r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References</a:t>
            </a:r>
          </a:p>
          <a:p>
            <a:r>
              <a:rPr lang="en-US" dirty="0" smtClean="0"/>
              <a:t>https://</a:t>
            </a:r>
            <a:r>
              <a:rPr lang="en-US" dirty="0" smtClean="0"/>
              <a:t>www.google.com/search?q=Business+Analytics+Tutorial&amp;rlz=1C1CHBD_enIN1039IN1039&amp;oq=Business+Analytics+Tutorial&amp;gs_lcrp=EgZjaHJvbWUyBggAEEUYOTINCAEQABiRAhiABBiKBTIICAIQABgWGB4yCAgDEAAYFhgeMggIBBAAGBYYHjIICAUQABgWGB4yCAgGEAAYFhgeMggIBxAAGBYYHjIICAgQABgWGB4yCAgJEAAYFhge0gEJNDE1MGoxajE1qAIIsAIB8QXPkTbA7XxnZfEFz5E2wO18Z2U&amp;sourceid=chrome&amp;ie=UTF-8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31</TotalTime>
  <Words>745</Words>
  <Application>Microsoft Office PowerPoint</Application>
  <PresentationFormat>On-screen Show (4:3)</PresentationFormat>
  <Paragraphs>131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Apex</vt:lpstr>
      <vt:lpstr>OTHER COURSE ( S ) PPT</vt:lpstr>
      <vt:lpstr>Topic 1 - Commerce</vt:lpstr>
      <vt:lpstr>Components of Commerce</vt:lpstr>
      <vt:lpstr>Importance and Career Opportunities</vt:lpstr>
      <vt:lpstr>REFERENCES</vt:lpstr>
      <vt:lpstr>Topic 2 - Basics of IT</vt:lpstr>
      <vt:lpstr>Components of IT</vt:lpstr>
      <vt:lpstr>Applications of IT</vt:lpstr>
      <vt:lpstr>REFERENCES</vt:lpstr>
      <vt:lpstr>Topic 3 - Multimedia</vt:lpstr>
      <vt:lpstr>REFERENCES </vt:lpstr>
      <vt:lpstr>Topic 4 - Data Structures and Algorithms</vt:lpstr>
      <vt:lpstr>Importance of Algorithms </vt:lpstr>
      <vt:lpstr>Topic 5 - MEAN Stack</vt:lpstr>
      <vt:lpstr>Components of MEAN Stack</vt:lpstr>
      <vt:lpstr>REFERENCES</vt:lpstr>
      <vt:lpstr>Topic 6 - Business Intelligence</vt:lpstr>
      <vt:lpstr>Benefits of BI</vt:lpstr>
      <vt:lpstr>Topic 7 - Business Analysis</vt:lpstr>
      <vt:lpstr>Business Analysis</vt:lpstr>
      <vt:lpstr>Topic 8 - Business Analytics</vt:lpstr>
      <vt:lpstr>Business Analytics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119</cp:revision>
  <dcterms:created xsi:type="dcterms:W3CDTF">2026-06-11T09:28:47Z</dcterms:created>
  <dcterms:modified xsi:type="dcterms:W3CDTF">2026-06-11T09:59:51Z</dcterms:modified>
</cp:coreProperties>
</file>